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310" r:id="rId3"/>
    <p:sldId id="259" r:id="rId4"/>
    <p:sldId id="256" r:id="rId5"/>
    <p:sldId id="309" r:id="rId6"/>
    <p:sldId id="260" r:id="rId7"/>
    <p:sldId id="261" r:id="rId8"/>
    <p:sldId id="263" r:id="rId9"/>
    <p:sldId id="264" r:id="rId10"/>
    <p:sldId id="308" r:id="rId11"/>
    <p:sldId id="265" r:id="rId12"/>
    <p:sldId id="266" r:id="rId13"/>
    <p:sldId id="267" r:id="rId14"/>
    <p:sldId id="269" r:id="rId15"/>
    <p:sldId id="268" r:id="rId16"/>
    <p:sldId id="270" r:id="rId17"/>
    <p:sldId id="271" r:id="rId18"/>
    <p:sldId id="275" r:id="rId19"/>
    <p:sldId id="276" r:id="rId20"/>
    <p:sldId id="277" r:id="rId21"/>
    <p:sldId id="278" r:id="rId22"/>
    <p:sldId id="279" r:id="rId23"/>
    <p:sldId id="272" r:id="rId24"/>
    <p:sldId id="273" r:id="rId25"/>
    <p:sldId id="274" r:id="rId26"/>
    <p:sldId id="295" r:id="rId27"/>
    <p:sldId id="280" r:id="rId28"/>
    <p:sldId id="296" r:id="rId29"/>
    <p:sldId id="281" r:id="rId30"/>
    <p:sldId id="297" r:id="rId31"/>
    <p:sldId id="282" r:id="rId32"/>
    <p:sldId id="298" r:id="rId33"/>
    <p:sldId id="283" r:id="rId34"/>
    <p:sldId id="284" r:id="rId35"/>
    <p:sldId id="299" r:id="rId36"/>
    <p:sldId id="285" r:id="rId37"/>
    <p:sldId id="286" r:id="rId38"/>
    <p:sldId id="301" r:id="rId39"/>
    <p:sldId id="302" r:id="rId40"/>
    <p:sldId id="303" r:id="rId41"/>
    <p:sldId id="287" r:id="rId42"/>
    <p:sldId id="288" r:id="rId43"/>
    <p:sldId id="289" r:id="rId44"/>
    <p:sldId id="292" r:id="rId45"/>
    <p:sldId id="305" r:id="rId4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9" autoAdjust="0"/>
    <p:restoredTop sz="94660"/>
  </p:normalViewPr>
  <p:slideViewPr>
    <p:cSldViewPr>
      <p:cViewPr varScale="1">
        <p:scale>
          <a:sx n="74" d="100"/>
          <a:sy n="74" d="100"/>
        </p:scale>
        <p:origin x="892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83A6943-3868-4F3B-9EB1-E32F417ADBA5}" type="doc">
      <dgm:prSet loTypeId="urn:microsoft.com/office/officeart/2005/8/layout/gear1" loCatId="process" qsTypeId="urn:microsoft.com/office/officeart/2005/8/quickstyle/simple1" qsCatId="simple" csTypeId="urn:microsoft.com/office/officeart/2005/8/colors/colorful2" csCatId="colorful" phldr="1"/>
      <dgm:spPr/>
    </dgm:pt>
    <dgm:pt modelId="{1ED4B5D5-CD14-4B67-A55C-0F0205A45595}">
      <dgm:prSet phldrT="[Text]"/>
      <dgm:spPr/>
      <dgm:t>
        <a:bodyPr/>
        <a:lstStyle/>
        <a:p>
          <a:r>
            <a:rPr lang="en-US" dirty="0" err="1"/>
            <a:t>Có</a:t>
          </a:r>
          <a:r>
            <a:rPr lang="en-US" dirty="0"/>
            <a:t> </a:t>
          </a:r>
          <a:r>
            <a:rPr lang="en-US" dirty="0" err="1"/>
            <a:t>khả</a:t>
          </a:r>
          <a:r>
            <a:rPr lang="en-US" dirty="0"/>
            <a:t> </a:t>
          </a:r>
          <a:r>
            <a:rPr lang="en-US" dirty="0" err="1"/>
            <a:t>năng</a:t>
          </a:r>
          <a:r>
            <a:rPr lang="en-US" dirty="0"/>
            <a:t> </a:t>
          </a:r>
          <a:r>
            <a:rPr lang="en-US" dirty="0" err="1"/>
            <a:t>tiếp</a:t>
          </a:r>
          <a:r>
            <a:rPr lang="en-US" dirty="0"/>
            <a:t> </a:t>
          </a:r>
          <a:r>
            <a:rPr lang="en-US" dirty="0" err="1"/>
            <a:t>cận</a:t>
          </a:r>
          <a:endParaRPr lang="en-US" dirty="0"/>
        </a:p>
      </dgm:t>
    </dgm:pt>
    <dgm:pt modelId="{85E5FC99-CBF1-4208-815C-3E9AFD5D6830}" type="parTrans" cxnId="{FC28FCAD-3451-4B2E-AB9F-B042C35331B7}">
      <dgm:prSet/>
      <dgm:spPr/>
      <dgm:t>
        <a:bodyPr/>
        <a:lstStyle/>
        <a:p>
          <a:endParaRPr lang="en-US"/>
        </a:p>
      </dgm:t>
    </dgm:pt>
    <dgm:pt modelId="{87CA2B73-A755-4ECB-9FFC-8892B0447E7E}" type="sibTrans" cxnId="{FC28FCAD-3451-4B2E-AB9F-B042C35331B7}">
      <dgm:prSet/>
      <dgm:spPr/>
      <dgm:t>
        <a:bodyPr/>
        <a:lstStyle/>
        <a:p>
          <a:endParaRPr lang="en-US"/>
        </a:p>
      </dgm:t>
    </dgm:pt>
    <dgm:pt modelId="{491E23C1-EC53-4B30-8ADA-59B4698B2A1C}">
      <dgm:prSet phldrT="[Text]"/>
      <dgm:spPr/>
      <dgm:t>
        <a:bodyPr/>
        <a:lstStyle/>
        <a:p>
          <a:r>
            <a:rPr lang="en-US" dirty="0"/>
            <a:t>Thu </a:t>
          </a:r>
          <a:r>
            <a:rPr lang="en-US" dirty="0" err="1"/>
            <a:t>nhập</a:t>
          </a:r>
          <a:endParaRPr lang="en-US" dirty="0"/>
        </a:p>
      </dgm:t>
    </dgm:pt>
    <dgm:pt modelId="{02A4C8AB-65D9-4134-8A02-26A10040B456}" type="parTrans" cxnId="{E852DF43-E882-4911-975B-B110FFCB9EC5}">
      <dgm:prSet/>
      <dgm:spPr/>
      <dgm:t>
        <a:bodyPr/>
        <a:lstStyle/>
        <a:p>
          <a:endParaRPr lang="en-US"/>
        </a:p>
      </dgm:t>
    </dgm:pt>
    <dgm:pt modelId="{F68C4F0F-D7CC-48CE-AF3C-944E870699B1}" type="sibTrans" cxnId="{E852DF43-E882-4911-975B-B110FFCB9EC5}">
      <dgm:prSet/>
      <dgm:spPr/>
      <dgm:t>
        <a:bodyPr/>
        <a:lstStyle/>
        <a:p>
          <a:endParaRPr lang="en-US"/>
        </a:p>
      </dgm:t>
    </dgm:pt>
    <dgm:pt modelId="{D99EF3C2-8FDF-483F-923B-023F05A4C8FE}">
      <dgm:prSet phldrT="[Text]"/>
      <dgm:spPr/>
      <dgm:t>
        <a:bodyPr/>
        <a:lstStyle/>
        <a:p>
          <a:r>
            <a:rPr lang="en-US" dirty="0" err="1"/>
            <a:t>Sự</a:t>
          </a:r>
          <a:r>
            <a:rPr lang="en-US" dirty="0"/>
            <a:t> </a:t>
          </a:r>
          <a:r>
            <a:rPr lang="en-US" dirty="0" err="1"/>
            <a:t>quan</a:t>
          </a:r>
          <a:r>
            <a:rPr lang="en-US" dirty="0"/>
            <a:t> </a:t>
          </a:r>
          <a:r>
            <a:rPr lang="en-US" dirty="0" err="1"/>
            <a:t>tâm</a:t>
          </a:r>
          <a:endParaRPr lang="en-US" dirty="0"/>
        </a:p>
      </dgm:t>
    </dgm:pt>
    <dgm:pt modelId="{E4FAB5FC-844E-4E06-81AC-D2CAC73DF811}" type="parTrans" cxnId="{4F2B0970-9733-4C7D-ABB5-F4EC6DED3091}">
      <dgm:prSet/>
      <dgm:spPr/>
      <dgm:t>
        <a:bodyPr/>
        <a:lstStyle/>
        <a:p>
          <a:endParaRPr lang="en-US"/>
        </a:p>
      </dgm:t>
    </dgm:pt>
    <dgm:pt modelId="{8B1C6ABD-FA2C-45F7-9B89-9149A03575EF}" type="sibTrans" cxnId="{4F2B0970-9733-4C7D-ABB5-F4EC6DED3091}">
      <dgm:prSet/>
      <dgm:spPr/>
      <dgm:t>
        <a:bodyPr/>
        <a:lstStyle/>
        <a:p>
          <a:endParaRPr lang="en-US"/>
        </a:p>
      </dgm:t>
    </dgm:pt>
    <dgm:pt modelId="{CF42F8BC-3A8E-4AB2-B030-6BA4FF5894A4}" type="pres">
      <dgm:prSet presAssocID="{983A6943-3868-4F3B-9EB1-E32F417ADBA5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542B9E1C-FEC4-4E71-BB3C-18500AC743C5}" type="pres">
      <dgm:prSet presAssocID="{1ED4B5D5-CD14-4B67-A55C-0F0205A45595}" presName="gear1" presStyleLbl="node1" presStyleIdx="0" presStyleCnt="3">
        <dgm:presLayoutVars>
          <dgm:chMax val="1"/>
          <dgm:bulletEnabled val="1"/>
        </dgm:presLayoutVars>
      </dgm:prSet>
      <dgm:spPr/>
    </dgm:pt>
    <dgm:pt modelId="{480D71F1-9F10-4D1F-A6F3-83D2ACD5AD2A}" type="pres">
      <dgm:prSet presAssocID="{1ED4B5D5-CD14-4B67-A55C-0F0205A45595}" presName="gear1srcNode" presStyleLbl="node1" presStyleIdx="0" presStyleCnt="3"/>
      <dgm:spPr/>
    </dgm:pt>
    <dgm:pt modelId="{BFD241D0-1E7D-4193-A23A-E1611CFAC445}" type="pres">
      <dgm:prSet presAssocID="{1ED4B5D5-CD14-4B67-A55C-0F0205A45595}" presName="gear1dstNode" presStyleLbl="node1" presStyleIdx="0" presStyleCnt="3"/>
      <dgm:spPr/>
    </dgm:pt>
    <dgm:pt modelId="{EFC817EA-C6F2-4C9B-A9A3-C213CEC0A176}" type="pres">
      <dgm:prSet presAssocID="{491E23C1-EC53-4B30-8ADA-59B4698B2A1C}" presName="gear2" presStyleLbl="node1" presStyleIdx="1" presStyleCnt="3">
        <dgm:presLayoutVars>
          <dgm:chMax val="1"/>
          <dgm:bulletEnabled val="1"/>
        </dgm:presLayoutVars>
      </dgm:prSet>
      <dgm:spPr/>
    </dgm:pt>
    <dgm:pt modelId="{8A9B1B6F-4E84-4641-862B-6DF6E9B627AE}" type="pres">
      <dgm:prSet presAssocID="{491E23C1-EC53-4B30-8ADA-59B4698B2A1C}" presName="gear2srcNode" presStyleLbl="node1" presStyleIdx="1" presStyleCnt="3"/>
      <dgm:spPr/>
    </dgm:pt>
    <dgm:pt modelId="{DB57A491-A67D-4379-AE1E-E62F91B3201C}" type="pres">
      <dgm:prSet presAssocID="{491E23C1-EC53-4B30-8ADA-59B4698B2A1C}" presName="gear2dstNode" presStyleLbl="node1" presStyleIdx="1" presStyleCnt="3"/>
      <dgm:spPr/>
    </dgm:pt>
    <dgm:pt modelId="{8418B3C8-41D9-4C47-9942-5853824C0D82}" type="pres">
      <dgm:prSet presAssocID="{D99EF3C2-8FDF-483F-923B-023F05A4C8FE}" presName="gear3" presStyleLbl="node1" presStyleIdx="2" presStyleCnt="3"/>
      <dgm:spPr/>
    </dgm:pt>
    <dgm:pt modelId="{69162B96-0486-4EAA-A38A-9A104915BC57}" type="pres">
      <dgm:prSet presAssocID="{D99EF3C2-8FDF-483F-923B-023F05A4C8FE}" presName="gear3tx" presStyleLbl="node1" presStyleIdx="2" presStyleCnt="3">
        <dgm:presLayoutVars>
          <dgm:chMax val="1"/>
          <dgm:bulletEnabled val="1"/>
        </dgm:presLayoutVars>
      </dgm:prSet>
      <dgm:spPr/>
    </dgm:pt>
    <dgm:pt modelId="{A38662F9-64CF-44E1-9E71-EEE7CD3C513B}" type="pres">
      <dgm:prSet presAssocID="{D99EF3C2-8FDF-483F-923B-023F05A4C8FE}" presName="gear3srcNode" presStyleLbl="node1" presStyleIdx="2" presStyleCnt="3"/>
      <dgm:spPr/>
    </dgm:pt>
    <dgm:pt modelId="{66CAE499-49B7-4D4A-8882-0962B3D308D6}" type="pres">
      <dgm:prSet presAssocID="{D99EF3C2-8FDF-483F-923B-023F05A4C8FE}" presName="gear3dstNode" presStyleLbl="node1" presStyleIdx="2" presStyleCnt="3"/>
      <dgm:spPr/>
    </dgm:pt>
    <dgm:pt modelId="{98CA9374-B44A-4D14-A341-71A9B6149EA6}" type="pres">
      <dgm:prSet presAssocID="{87CA2B73-A755-4ECB-9FFC-8892B0447E7E}" presName="connector1" presStyleLbl="sibTrans2D1" presStyleIdx="0" presStyleCnt="3"/>
      <dgm:spPr/>
    </dgm:pt>
    <dgm:pt modelId="{BAEB7860-8168-4A00-AC9C-F9C27D2ED5F4}" type="pres">
      <dgm:prSet presAssocID="{F68C4F0F-D7CC-48CE-AF3C-944E870699B1}" presName="connector2" presStyleLbl="sibTrans2D1" presStyleIdx="1" presStyleCnt="3"/>
      <dgm:spPr/>
    </dgm:pt>
    <dgm:pt modelId="{44799A9F-CD5B-4338-9363-083EE28E8F84}" type="pres">
      <dgm:prSet presAssocID="{8B1C6ABD-FA2C-45F7-9B89-9149A03575EF}" presName="connector3" presStyleLbl="sibTrans2D1" presStyleIdx="2" presStyleCnt="3"/>
      <dgm:spPr/>
    </dgm:pt>
  </dgm:ptLst>
  <dgm:cxnLst>
    <dgm:cxn modelId="{6F872B11-3346-47BB-BE2F-8CCD09A6AC9C}" type="presOf" srcId="{D99EF3C2-8FDF-483F-923B-023F05A4C8FE}" destId="{A38662F9-64CF-44E1-9E71-EEE7CD3C513B}" srcOrd="2" destOrd="0" presId="urn:microsoft.com/office/officeart/2005/8/layout/gear1"/>
    <dgm:cxn modelId="{D551353A-03E1-4CB2-9C2A-79B3C21DD41D}" type="presOf" srcId="{D99EF3C2-8FDF-483F-923B-023F05A4C8FE}" destId="{66CAE499-49B7-4D4A-8882-0962B3D308D6}" srcOrd="3" destOrd="0" presId="urn:microsoft.com/office/officeart/2005/8/layout/gear1"/>
    <dgm:cxn modelId="{E852DF43-E882-4911-975B-B110FFCB9EC5}" srcId="{983A6943-3868-4F3B-9EB1-E32F417ADBA5}" destId="{491E23C1-EC53-4B30-8ADA-59B4698B2A1C}" srcOrd="1" destOrd="0" parTransId="{02A4C8AB-65D9-4134-8A02-26A10040B456}" sibTransId="{F68C4F0F-D7CC-48CE-AF3C-944E870699B1}"/>
    <dgm:cxn modelId="{EAE83469-03A7-4ED0-96EB-2793026F388D}" type="presOf" srcId="{1ED4B5D5-CD14-4B67-A55C-0F0205A45595}" destId="{480D71F1-9F10-4D1F-A6F3-83D2ACD5AD2A}" srcOrd="1" destOrd="0" presId="urn:microsoft.com/office/officeart/2005/8/layout/gear1"/>
    <dgm:cxn modelId="{99BD3869-E690-4195-9A8D-42CB7010FD4D}" type="presOf" srcId="{F68C4F0F-D7CC-48CE-AF3C-944E870699B1}" destId="{BAEB7860-8168-4A00-AC9C-F9C27D2ED5F4}" srcOrd="0" destOrd="0" presId="urn:microsoft.com/office/officeart/2005/8/layout/gear1"/>
    <dgm:cxn modelId="{4F2B0970-9733-4C7D-ABB5-F4EC6DED3091}" srcId="{983A6943-3868-4F3B-9EB1-E32F417ADBA5}" destId="{D99EF3C2-8FDF-483F-923B-023F05A4C8FE}" srcOrd="2" destOrd="0" parTransId="{E4FAB5FC-844E-4E06-81AC-D2CAC73DF811}" sibTransId="{8B1C6ABD-FA2C-45F7-9B89-9149A03575EF}"/>
    <dgm:cxn modelId="{30D6FD74-953D-45FE-92EE-2451F46FAE2D}" type="presOf" srcId="{D99EF3C2-8FDF-483F-923B-023F05A4C8FE}" destId="{8418B3C8-41D9-4C47-9942-5853824C0D82}" srcOrd="0" destOrd="0" presId="urn:microsoft.com/office/officeart/2005/8/layout/gear1"/>
    <dgm:cxn modelId="{35E9F876-F27C-4AA4-976A-CCE710655D60}" type="presOf" srcId="{87CA2B73-A755-4ECB-9FFC-8892B0447E7E}" destId="{98CA9374-B44A-4D14-A341-71A9B6149EA6}" srcOrd="0" destOrd="0" presId="urn:microsoft.com/office/officeart/2005/8/layout/gear1"/>
    <dgm:cxn modelId="{268D2878-C67D-44B3-B399-2EFD6C33CFD2}" type="presOf" srcId="{491E23C1-EC53-4B30-8ADA-59B4698B2A1C}" destId="{DB57A491-A67D-4379-AE1E-E62F91B3201C}" srcOrd="2" destOrd="0" presId="urn:microsoft.com/office/officeart/2005/8/layout/gear1"/>
    <dgm:cxn modelId="{DCF3AE92-2D52-4C4B-87E7-5025E1E22F2A}" type="presOf" srcId="{8B1C6ABD-FA2C-45F7-9B89-9149A03575EF}" destId="{44799A9F-CD5B-4338-9363-083EE28E8F84}" srcOrd="0" destOrd="0" presId="urn:microsoft.com/office/officeart/2005/8/layout/gear1"/>
    <dgm:cxn modelId="{0B730394-C0CD-42B4-9991-B97E7FB061CE}" type="presOf" srcId="{983A6943-3868-4F3B-9EB1-E32F417ADBA5}" destId="{CF42F8BC-3A8E-4AB2-B030-6BA4FF5894A4}" srcOrd="0" destOrd="0" presId="urn:microsoft.com/office/officeart/2005/8/layout/gear1"/>
    <dgm:cxn modelId="{739ECFA0-1B69-455E-AC7F-44FF98B6D9D6}" type="presOf" srcId="{1ED4B5D5-CD14-4B67-A55C-0F0205A45595}" destId="{542B9E1C-FEC4-4E71-BB3C-18500AC743C5}" srcOrd="0" destOrd="0" presId="urn:microsoft.com/office/officeart/2005/8/layout/gear1"/>
    <dgm:cxn modelId="{FC28FCAD-3451-4B2E-AB9F-B042C35331B7}" srcId="{983A6943-3868-4F3B-9EB1-E32F417ADBA5}" destId="{1ED4B5D5-CD14-4B67-A55C-0F0205A45595}" srcOrd="0" destOrd="0" parTransId="{85E5FC99-CBF1-4208-815C-3E9AFD5D6830}" sibTransId="{87CA2B73-A755-4ECB-9FFC-8892B0447E7E}"/>
    <dgm:cxn modelId="{08C5C6CF-1398-4D21-BE41-882D08231AF7}" type="presOf" srcId="{D99EF3C2-8FDF-483F-923B-023F05A4C8FE}" destId="{69162B96-0486-4EAA-A38A-9A104915BC57}" srcOrd="1" destOrd="0" presId="urn:microsoft.com/office/officeart/2005/8/layout/gear1"/>
    <dgm:cxn modelId="{BE5A7AD6-F131-4326-BC86-62E8715C8EF6}" type="presOf" srcId="{491E23C1-EC53-4B30-8ADA-59B4698B2A1C}" destId="{EFC817EA-C6F2-4C9B-A9A3-C213CEC0A176}" srcOrd="0" destOrd="0" presId="urn:microsoft.com/office/officeart/2005/8/layout/gear1"/>
    <dgm:cxn modelId="{7EB40CD7-1F11-49B7-9BE6-94BE7F0A4D7F}" type="presOf" srcId="{491E23C1-EC53-4B30-8ADA-59B4698B2A1C}" destId="{8A9B1B6F-4E84-4641-862B-6DF6E9B627AE}" srcOrd="1" destOrd="0" presId="urn:microsoft.com/office/officeart/2005/8/layout/gear1"/>
    <dgm:cxn modelId="{E9C45ED9-C836-4CBE-946F-8EAC9A758A45}" type="presOf" srcId="{1ED4B5D5-CD14-4B67-A55C-0F0205A45595}" destId="{BFD241D0-1E7D-4193-A23A-E1611CFAC445}" srcOrd="2" destOrd="0" presId="urn:microsoft.com/office/officeart/2005/8/layout/gear1"/>
    <dgm:cxn modelId="{FF8EF9C8-C3D7-42EF-888F-A542D09E14C2}" type="presParOf" srcId="{CF42F8BC-3A8E-4AB2-B030-6BA4FF5894A4}" destId="{542B9E1C-FEC4-4E71-BB3C-18500AC743C5}" srcOrd="0" destOrd="0" presId="urn:microsoft.com/office/officeart/2005/8/layout/gear1"/>
    <dgm:cxn modelId="{3EFBAAF8-997D-4E7F-909D-5CB5DD145392}" type="presParOf" srcId="{CF42F8BC-3A8E-4AB2-B030-6BA4FF5894A4}" destId="{480D71F1-9F10-4D1F-A6F3-83D2ACD5AD2A}" srcOrd="1" destOrd="0" presId="urn:microsoft.com/office/officeart/2005/8/layout/gear1"/>
    <dgm:cxn modelId="{54955F10-16AF-4A12-B917-23C00D733383}" type="presParOf" srcId="{CF42F8BC-3A8E-4AB2-B030-6BA4FF5894A4}" destId="{BFD241D0-1E7D-4193-A23A-E1611CFAC445}" srcOrd="2" destOrd="0" presId="urn:microsoft.com/office/officeart/2005/8/layout/gear1"/>
    <dgm:cxn modelId="{933206C9-705B-48F0-9459-4C70D46DE4B1}" type="presParOf" srcId="{CF42F8BC-3A8E-4AB2-B030-6BA4FF5894A4}" destId="{EFC817EA-C6F2-4C9B-A9A3-C213CEC0A176}" srcOrd="3" destOrd="0" presId="urn:microsoft.com/office/officeart/2005/8/layout/gear1"/>
    <dgm:cxn modelId="{C08D0AC8-79D9-4869-B1F6-BE601D23177A}" type="presParOf" srcId="{CF42F8BC-3A8E-4AB2-B030-6BA4FF5894A4}" destId="{8A9B1B6F-4E84-4641-862B-6DF6E9B627AE}" srcOrd="4" destOrd="0" presId="urn:microsoft.com/office/officeart/2005/8/layout/gear1"/>
    <dgm:cxn modelId="{83230955-BF7B-4EEB-B15B-3468ECF0FDEA}" type="presParOf" srcId="{CF42F8BC-3A8E-4AB2-B030-6BA4FF5894A4}" destId="{DB57A491-A67D-4379-AE1E-E62F91B3201C}" srcOrd="5" destOrd="0" presId="urn:microsoft.com/office/officeart/2005/8/layout/gear1"/>
    <dgm:cxn modelId="{5D6ECFD8-0F4B-4020-8AC3-5882860F1371}" type="presParOf" srcId="{CF42F8BC-3A8E-4AB2-B030-6BA4FF5894A4}" destId="{8418B3C8-41D9-4C47-9942-5853824C0D82}" srcOrd="6" destOrd="0" presId="urn:microsoft.com/office/officeart/2005/8/layout/gear1"/>
    <dgm:cxn modelId="{671347C9-FE4B-4282-B77B-A72BF81B4ABF}" type="presParOf" srcId="{CF42F8BC-3A8E-4AB2-B030-6BA4FF5894A4}" destId="{69162B96-0486-4EAA-A38A-9A104915BC57}" srcOrd="7" destOrd="0" presId="urn:microsoft.com/office/officeart/2005/8/layout/gear1"/>
    <dgm:cxn modelId="{38A23BF2-717E-4093-8E3F-3BB6B8FCB2DD}" type="presParOf" srcId="{CF42F8BC-3A8E-4AB2-B030-6BA4FF5894A4}" destId="{A38662F9-64CF-44E1-9E71-EEE7CD3C513B}" srcOrd="8" destOrd="0" presId="urn:microsoft.com/office/officeart/2005/8/layout/gear1"/>
    <dgm:cxn modelId="{9D1326BE-BBCC-43EB-85B0-62DF0814F0B8}" type="presParOf" srcId="{CF42F8BC-3A8E-4AB2-B030-6BA4FF5894A4}" destId="{66CAE499-49B7-4D4A-8882-0962B3D308D6}" srcOrd="9" destOrd="0" presId="urn:microsoft.com/office/officeart/2005/8/layout/gear1"/>
    <dgm:cxn modelId="{F5853884-F0A7-49EC-AC66-BB8EE1D422B9}" type="presParOf" srcId="{CF42F8BC-3A8E-4AB2-B030-6BA4FF5894A4}" destId="{98CA9374-B44A-4D14-A341-71A9B6149EA6}" srcOrd="10" destOrd="0" presId="urn:microsoft.com/office/officeart/2005/8/layout/gear1"/>
    <dgm:cxn modelId="{A40F6ACE-6BF1-4F75-8B04-A6CDEEDBE76C}" type="presParOf" srcId="{CF42F8BC-3A8E-4AB2-B030-6BA4FF5894A4}" destId="{BAEB7860-8168-4A00-AC9C-F9C27D2ED5F4}" srcOrd="11" destOrd="0" presId="urn:microsoft.com/office/officeart/2005/8/layout/gear1"/>
    <dgm:cxn modelId="{5237E768-9147-4825-9500-9DEB3929AE7B}" type="presParOf" srcId="{CF42F8BC-3A8E-4AB2-B030-6BA4FF5894A4}" destId="{44799A9F-CD5B-4338-9363-083EE28E8F84}" srcOrd="12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F9D3674-AB0E-48D2-8F43-2F94BC8F32E3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6D79AA2-4BE6-4465-BF85-97AD12AFD3FB}">
      <dgm:prSet phldrT="[Text]"/>
      <dgm:spPr/>
      <dgm:t>
        <a:bodyPr/>
        <a:lstStyle/>
        <a:p>
          <a:r>
            <a:rPr lang="en-US" dirty="0"/>
            <a:t>1</a:t>
          </a:r>
        </a:p>
      </dgm:t>
    </dgm:pt>
    <dgm:pt modelId="{555843D1-5CF4-496D-870C-39094D311168}" type="parTrans" cxnId="{D4C69DCE-2189-46F6-A01C-E5748D5645F8}">
      <dgm:prSet/>
      <dgm:spPr/>
      <dgm:t>
        <a:bodyPr/>
        <a:lstStyle/>
        <a:p>
          <a:endParaRPr lang="en-US"/>
        </a:p>
      </dgm:t>
    </dgm:pt>
    <dgm:pt modelId="{60242752-7D61-46B9-AFB9-40BB49BA7916}" type="sibTrans" cxnId="{D4C69DCE-2189-46F6-A01C-E5748D5645F8}">
      <dgm:prSet/>
      <dgm:spPr/>
      <dgm:t>
        <a:bodyPr/>
        <a:lstStyle/>
        <a:p>
          <a:endParaRPr lang="en-US"/>
        </a:p>
      </dgm:t>
    </dgm:pt>
    <dgm:pt modelId="{23345977-64B7-421E-AFA5-C73E202DDFC6}">
      <dgm:prSet phldrT="[Text]"/>
      <dgm:spPr/>
      <dgm:t>
        <a:bodyPr/>
        <a:lstStyle/>
        <a:p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Dư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̣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đoán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nền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kinh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tế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vĩ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mô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9CB1658-F55B-41C3-80BA-5F360A6EC383}" type="parTrans" cxnId="{DF1407B6-C53E-4C06-AAEC-15943336C8F6}">
      <dgm:prSet/>
      <dgm:spPr/>
      <dgm:t>
        <a:bodyPr/>
        <a:lstStyle/>
        <a:p>
          <a:endParaRPr lang="en-US"/>
        </a:p>
      </dgm:t>
    </dgm:pt>
    <dgm:pt modelId="{F19A063B-8D3A-4A37-BF1B-0267548F6181}" type="sibTrans" cxnId="{DF1407B6-C53E-4C06-AAEC-15943336C8F6}">
      <dgm:prSet/>
      <dgm:spPr/>
      <dgm:t>
        <a:bodyPr/>
        <a:lstStyle/>
        <a:p>
          <a:endParaRPr lang="en-US"/>
        </a:p>
      </dgm:t>
    </dgm:pt>
    <dgm:pt modelId="{83C80C91-EFD2-4B0C-AC0D-019A8F5DD526}">
      <dgm:prSet phldrT="[Text]"/>
      <dgm:spPr/>
      <dgm:t>
        <a:bodyPr/>
        <a:lstStyle/>
        <a:p>
          <a:r>
            <a:rPr lang="en-US" dirty="0"/>
            <a:t>2</a:t>
          </a:r>
        </a:p>
      </dgm:t>
    </dgm:pt>
    <dgm:pt modelId="{DE18A761-1B27-4D15-B719-F1A8B61D6692}" type="parTrans" cxnId="{A8D5296D-8E07-4822-A9B0-1B233EC8876F}">
      <dgm:prSet/>
      <dgm:spPr/>
      <dgm:t>
        <a:bodyPr/>
        <a:lstStyle/>
        <a:p>
          <a:endParaRPr lang="en-US"/>
        </a:p>
      </dgm:t>
    </dgm:pt>
    <dgm:pt modelId="{0FFF20C0-170A-4607-8AAB-33FA54492289}" type="sibTrans" cxnId="{A8D5296D-8E07-4822-A9B0-1B233EC8876F}">
      <dgm:prSet/>
      <dgm:spPr/>
      <dgm:t>
        <a:bodyPr/>
        <a:lstStyle/>
        <a:p>
          <a:endParaRPr lang="en-US"/>
        </a:p>
      </dgm:t>
    </dgm:pt>
    <dgm:pt modelId="{0009C887-22E0-40CF-8224-A3D65435D900}">
      <dgm:prSet phldrT="[Text]"/>
      <dgm:spPr/>
      <dgm:t>
        <a:bodyPr/>
        <a:lstStyle/>
        <a:p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Dư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̣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đoán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cho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ngành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</a:p>
      </dgm:t>
    </dgm:pt>
    <dgm:pt modelId="{762D7AC0-0EBC-4075-A104-097EBA174F87}" type="parTrans" cxnId="{D681D0D0-D4A0-4783-B84A-370B4490DA5D}">
      <dgm:prSet/>
      <dgm:spPr/>
      <dgm:t>
        <a:bodyPr/>
        <a:lstStyle/>
        <a:p>
          <a:endParaRPr lang="en-US"/>
        </a:p>
      </dgm:t>
    </dgm:pt>
    <dgm:pt modelId="{7AB91476-C8D8-4187-9A0A-EB41BF60631B}" type="sibTrans" cxnId="{D681D0D0-D4A0-4783-B84A-370B4490DA5D}">
      <dgm:prSet/>
      <dgm:spPr/>
      <dgm:t>
        <a:bodyPr/>
        <a:lstStyle/>
        <a:p>
          <a:endParaRPr lang="en-US"/>
        </a:p>
      </dgm:t>
    </dgm:pt>
    <dgm:pt modelId="{27B95D9B-15B9-4447-B157-B0E93253DFA4}">
      <dgm:prSet phldrT="[Text]"/>
      <dgm:spPr/>
      <dgm:t>
        <a:bodyPr/>
        <a:lstStyle/>
        <a:p>
          <a:r>
            <a:rPr lang="en-US" dirty="0"/>
            <a:t>3</a:t>
          </a:r>
        </a:p>
      </dgm:t>
    </dgm:pt>
    <dgm:pt modelId="{4EFAA9B8-715B-4C84-8115-7374D835E08E}" type="parTrans" cxnId="{DCCE17E5-A7EA-4B73-BBED-481127FDD102}">
      <dgm:prSet/>
      <dgm:spPr/>
      <dgm:t>
        <a:bodyPr/>
        <a:lstStyle/>
        <a:p>
          <a:endParaRPr lang="en-US"/>
        </a:p>
      </dgm:t>
    </dgm:pt>
    <dgm:pt modelId="{45F72BB8-4758-4A5A-B31B-0A08EF193601}" type="sibTrans" cxnId="{DCCE17E5-A7EA-4B73-BBED-481127FDD102}">
      <dgm:prSet/>
      <dgm:spPr/>
      <dgm:t>
        <a:bodyPr/>
        <a:lstStyle/>
        <a:p>
          <a:endParaRPr lang="en-US"/>
        </a:p>
      </dgm:t>
    </dgm:pt>
    <dgm:pt modelId="{A080C6DB-7E81-4936-805C-BABE54A42434}">
      <dgm:prSet phldrT="[Text]"/>
      <dgm:spPr/>
      <dgm:t>
        <a:bodyPr/>
        <a:lstStyle/>
        <a:p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Dư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̣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đoán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doanh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sô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́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của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doanh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nghiệp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131F24B-CC7B-468C-9CC3-D0D87C33B3BE}" type="parTrans" cxnId="{FE6DD50D-EE65-4350-A752-E3041759336C}">
      <dgm:prSet/>
      <dgm:spPr/>
      <dgm:t>
        <a:bodyPr/>
        <a:lstStyle/>
        <a:p>
          <a:endParaRPr lang="en-US"/>
        </a:p>
      </dgm:t>
    </dgm:pt>
    <dgm:pt modelId="{3ADD4BC0-2263-4138-A66C-5992DC7C3245}" type="sibTrans" cxnId="{FE6DD50D-EE65-4350-A752-E3041759336C}">
      <dgm:prSet/>
      <dgm:spPr/>
      <dgm:t>
        <a:bodyPr/>
        <a:lstStyle/>
        <a:p>
          <a:endParaRPr lang="en-US"/>
        </a:p>
      </dgm:t>
    </dgm:pt>
    <dgm:pt modelId="{353D4CD4-9838-4F1C-A0F4-D7CF98D63349}" type="pres">
      <dgm:prSet presAssocID="{8F9D3674-AB0E-48D2-8F43-2F94BC8F32E3}" presName="linearFlow" presStyleCnt="0">
        <dgm:presLayoutVars>
          <dgm:dir/>
          <dgm:animLvl val="lvl"/>
          <dgm:resizeHandles val="exact"/>
        </dgm:presLayoutVars>
      </dgm:prSet>
      <dgm:spPr/>
    </dgm:pt>
    <dgm:pt modelId="{63496AB0-C3BC-495F-A432-D55459C2B8C4}" type="pres">
      <dgm:prSet presAssocID="{46D79AA2-4BE6-4465-BF85-97AD12AFD3FB}" presName="composite" presStyleCnt="0"/>
      <dgm:spPr/>
    </dgm:pt>
    <dgm:pt modelId="{6AC25A4E-43C3-45F0-932D-FB203A34FCFE}" type="pres">
      <dgm:prSet presAssocID="{46D79AA2-4BE6-4465-BF85-97AD12AFD3FB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B2F34D0C-01D7-4A06-BE10-7F01B934C3C4}" type="pres">
      <dgm:prSet presAssocID="{46D79AA2-4BE6-4465-BF85-97AD12AFD3FB}" presName="descendantText" presStyleLbl="alignAcc1" presStyleIdx="0" presStyleCnt="3">
        <dgm:presLayoutVars>
          <dgm:bulletEnabled val="1"/>
        </dgm:presLayoutVars>
      </dgm:prSet>
      <dgm:spPr/>
    </dgm:pt>
    <dgm:pt modelId="{E8CF6FD8-B5BA-4C57-B6E2-26A85EBD32CD}" type="pres">
      <dgm:prSet presAssocID="{60242752-7D61-46B9-AFB9-40BB49BA7916}" presName="sp" presStyleCnt="0"/>
      <dgm:spPr/>
    </dgm:pt>
    <dgm:pt modelId="{D6E2CCEE-9E02-4F9C-8695-91D7C11DDE3A}" type="pres">
      <dgm:prSet presAssocID="{83C80C91-EFD2-4B0C-AC0D-019A8F5DD526}" presName="composite" presStyleCnt="0"/>
      <dgm:spPr/>
    </dgm:pt>
    <dgm:pt modelId="{3A938EAE-534E-42C7-A0AF-D3262CC627E1}" type="pres">
      <dgm:prSet presAssocID="{83C80C91-EFD2-4B0C-AC0D-019A8F5DD526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4F534D5B-398B-40F5-8E80-F50129EBF145}" type="pres">
      <dgm:prSet presAssocID="{83C80C91-EFD2-4B0C-AC0D-019A8F5DD526}" presName="descendantText" presStyleLbl="alignAcc1" presStyleIdx="1" presStyleCnt="3">
        <dgm:presLayoutVars>
          <dgm:bulletEnabled val="1"/>
        </dgm:presLayoutVars>
      </dgm:prSet>
      <dgm:spPr/>
    </dgm:pt>
    <dgm:pt modelId="{8BD3D060-FDE8-4D3E-8A6D-712FF3A6E40C}" type="pres">
      <dgm:prSet presAssocID="{0FFF20C0-170A-4607-8AAB-33FA54492289}" presName="sp" presStyleCnt="0"/>
      <dgm:spPr/>
    </dgm:pt>
    <dgm:pt modelId="{8CE9AD26-5F07-4193-8D3B-4557121C3AAB}" type="pres">
      <dgm:prSet presAssocID="{27B95D9B-15B9-4447-B157-B0E93253DFA4}" presName="composite" presStyleCnt="0"/>
      <dgm:spPr/>
    </dgm:pt>
    <dgm:pt modelId="{B1490DED-B22D-4985-A002-61BECAA16C9E}" type="pres">
      <dgm:prSet presAssocID="{27B95D9B-15B9-4447-B157-B0E93253DFA4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ACF4529D-8708-4CCF-9195-D8B2A0943CC4}" type="pres">
      <dgm:prSet presAssocID="{27B95D9B-15B9-4447-B157-B0E93253DFA4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EA00CD07-3946-4B56-8315-29570CEEF6B7}" type="presOf" srcId="{46D79AA2-4BE6-4465-BF85-97AD12AFD3FB}" destId="{6AC25A4E-43C3-45F0-932D-FB203A34FCFE}" srcOrd="0" destOrd="0" presId="urn:microsoft.com/office/officeart/2005/8/layout/chevron2"/>
    <dgm:cxn modelId="{FE6DD50D-EE65-4350-A752-E3041759336C}" srcId="{27B95D9B-15B9-4447-B157-B0E93253DFA4}" destId="{A080C6DB-7E81-4936-805C-BABE54A42434}" srcOrd="0" destOrd="0" parTransId="{9131F24B-CC7B-468C-9CC3-D0D87C33B3BE}" sibTransId="{3ADD4BC0-2263-4138-A66C-5992DC7C3245}"/>
    <dgm:cxn modelId="{734A9B23-EF77-46BF-B645-6413D8359704}" type="presOf" srcId="{A080C6DB-7E81-4936-805C-BABE54A42434}" destId="{ACF4529D-8708-4CCF-9195-D8B2A0943CC4}" srcOrd="0" destOrd="0" presId="urn:microsoft.com/office/officeart/2005/8/layout/chevron2"/>
    <dgm:cxn modelId="{A8D5296D-8E07-4822-A9B0-1B233EC8876F}" srcId="{8F9D3674-AB0E-48D2-8F43-2F94BC8F32E3}" destId="{83C80C91-EFD2-4B0C-AC0D-019A8F5DD526}" srcOrd="1" destOrd="0" parTransId="{DE18A761-1B27-4D15-B719-F1A8B61D6692}" sibTransId="{0FFF20C0-170A-4607-8AAB-33FA54492289}"/>
    <dgm:cxn modelId="{4DB8209C-285B-4774-B9F4-848473EA336F}" type="presOf" srcId="{0009C887-22E0-40CF-8224-A3D65435D900}" destId="{4F534D5B-398B-40F5-8E80-F50129EBF145}" srcOrd="0" destOrd="0" presId="urn:microsoft.com/office/officeart/2005/8/layout/chevron2"/>
    <dgm:cxn modelId="{34096FAE-D69A-48A8-960E-4FFC5551D6A4}" type="presOf" srcId="{27B95D9B-15B9-4447-B157-B0E93253DFA4}" destId="{B1490DED-B22D-4985-A002-61BECAA16C9E}" srcOrd="0" destOrd="0" presId="urn:microsoft.com/office/officeart/2005/8/layout/chevron2"/>
    <dgm:cxn modelId="{DF1407B6-C53E-4C06-AAEC-15943336C8F6}" srcId="{46D79AA2-4BE6-4465-BF85-97AD12AFD3FB}" destId="{23345977-64B7-421E-AFA5-C73E202DDFC6}" srcOrd="0" destOrd="0" parTransId="{B9CB1658-F55B-41C3-80BA-5F360A6EC383}" sibTransId="{F19A063B-8D3A-4A37-BF1B-0267548F6181}"/>
    <dgm:cxn modelId="{A39CD7BE-419D-4A08-94F0-15BF56E43C21}" type="presOf" srcId="{23345977-64B7-421E-AFA5-C73E202DDFC6}" destId="{B2F34D0C-01D7-4A06-BE10-7F01B934C3C4}" srcOrd="0" destOrd="0" presId="urn:microsoft.com/office/officeart/2005/8/layout/chevron2"/>
    <dgm:cxn modelId="{502676C3-9C11-4FDB-ADEA-1A0C234D3429}" type="presOf" srcId="{83C80C91-EFD2-4B0C-AC0D-019A8F5DD526}" destId="{3A938EAE-534E-42C7-A0AF-D3262CC627E1}" srcOrd="0" destOrd="0" presId="urn:microsoft.com/office/officeart/2005/8/layout/chevron2"/>
    <dgm:cxn modelId="{D4C69DCE-2189-46F6-A01C-E5748D5645F8}" srcId="{8F9D3674-AB0E-48D2-8F43-2F94BC8F32E3}" destId="{46D79AA2-4BE6-4465-BF85-97AD12AFD3FB}" srcOrd="0" destOrd="0" parTransId="{555843D1-5CF4-496D-870C-39094D311168}" sibTransId="{60242752-7D61-46B9-AFB9-40BB49BA7916}"/>
    <dgm:cxn modelId="{D681D0D0-D4A0-4783-B84A-370B4490DA5D}" srcId="{83C80C91-EFD2-4B0C-AC0D-019A8F5DD526}" destId="{0009C887-22E0-40CF-8224-A3D65435D900}" srcOrd="0" destOrd="0" parTransId="{762D7AC0-0EBC-4075-A104-097EBA174F87}" sibTransId="{7AB91476-C8D8-4187-9A0A-EB41BF60631B}"/>
    <dgm:cxn modelId="{DCCE17E5-A7EA-4B73-BBED-481127FDD102}" srcId="{8F9D3674-AB0E-48D2-8F43-2F94BC8F32E3}" destId="{27B95D9B-15B9-4447-B157-B0E93253DFA4}" srcOrd="2" destOrd="0" parTransId="{4EFAA9B8-715B-4C84-8115-7374D835E08E}" sibTransId="{45F72BB8-4758-4A5A-B31B-0A08EF193601}"/>
    <dgm:cxn modelId="{A9C1ACFB-5D8A-4B0A-AE97-A7B699FCD3AA}" type="presOf" srcId="{8F9D3674-AB0E-48D2-8F43-2F94BC8F32E3}" destId="{353D4CD4-9838-4F1C-A0F4-D7CF98D63349}" srcOrd="0" destOrd="0" presId="urn:microsoft.com/office/officeart/2005/8/layout/chevron2"/>
    <dgm:cxn modelId="{FE478BAE-94FB-494E-83D9-B95093086C1C}" type="presParOf" srcId="{353D4CD4-9838-4F1C-A0F4-D7CF98D63349}" destId="{63496AB0-C3BC-495F-A432-D55459C2B8C4}" srcOrd="0" destOrd="0" presId="urn:microsoft.com/office/officeart/2005/8/layout/chevron2"/>
    <dgm:cxn modelId="{6A41E804-6AE5-4A93-BCAC-7A645D92AB89}" type="presParOf" srcId="{63496AB0-C3BC-495F-A432-D55459C2B8C4}" destId="{6AC25A4E-43C3-45F0-932D-FB203A34FCFE}" srcOrd="0" destOrd="0" presId="urn:microsoft.com/office/officeart/2005/8/layout/chevron2"/>
    <dgm:cxn modelId="{5DC2CD17-E3B7-41FF-AE89-6844D36E2AC9}" type="presParOf" srcId="{63496AB0-C3BC-495F-A432-D55459C2B8C4}" destId="{B2F34D0C-01D7-4A06-BE10-7F01B934C3C4}" srcOrd="1" destOrd="0" presId="urn:microsoft.com/office/officeart/2005/8/layout/chevron2"/>
    <dgm:cxn modelId="{276DA24A-3118-474B-8D96-DBCAE543FE29}" type="presParOf" srcId="{353D4CD4-9838-4F1C-A0F4-D7CF98D63349}" destId="{E8CF6FD8-B5BA-4C57-B6E2-26A85EBD32CD}" srcOrd="1" destOrd="0" presId="urn:microsoft.com/office/officeart/2005/8/layout/chevron2"/>
    <dgm:cxn modelId="{3E510689-3836-493B-AF7D-0DFF93D19641}" type="presParOf" srcId="{353D4CD4-9838-4F1C-A0F4-D7CF98D63349}" destId="{D6E2CCEE-9E02-4F9C-8695-91D7C11DDE3A}" srcOrd="2" destOrd="0" presId="urn:microsoft.com/office/officeart/2005/8/layout/chevron2"/>
    <dgm:cxn modelId="{C112815B-8C3A-49C9-9157-7AD74C677DAC}" type="presParOf" srcId="{D6E2CCEE-9E02-4F9C-8695-91D7C11DDE3A}" destId="{3A938EAE-534E-42C7-A0AF-D3262CC627E1}" srcOrd="0" destOrd="0" presId="urn:microsoft.com/office/officeart/2005/8/layout/chevron2"/>
    <dgm:cxn modelId="{B350A318-1346-4610-9524-A4A9125EDABB}" type="presParOf" srcId="{D6E2CCEE-9E02-4F9C-8695-91D7C11DDE3A}" destId="{4F534D5B-398B-40F5-8E80-F50129EBF145}" srcOrd="1" destOrd="0" presId="urn:microsoft.com/office/officeart/2005/8/layout/chevron2"/>
    <dgm:cxn modelId="{01EEFE04-D077-467C-82C2-221B1A5A6D4F}" type="presParOf" srcId="{353D4CD4-9838-4F1C-A0F4-D7CF98D63349}" destId="{8BD3D060-FDE8-4D3E-8A6D-712FF3A6E40C}" srcOrd="3" destOrd="0" presId="urn:microsoft.com/office/officeart/2005/8/layout/chevron2"/>
    <dgm:cxn modelId="{15AF6517-FB35-4DB7-9A48-1F674E3EB1E6}" type="presParOf" srcId="{353D4CD4-9838-4F1C-A0F4-D7CF98D63349}" destId="{8CE9AD26-5F07-4193-8D3B-4557121C3AAB}" srcOrd="4" destOrd="0" presId="urn:microsoft.com/office/officeart/2005/8/layout/chevron2"/>
    <dgm:cxn modelId="{7850DC99-E863-477D-B061-E2666186A259}" type="presParOf" srcId="{8CE9AD26-5F07-4193-8D3B-4557121C3AAB}" destId="{B1490DED-B22D-4985-A002-61BECAA16C9E}" srcOrd="0" destOrd="0" presId="urn:microsoft.com/office/officeart/2005/8/layout/chevron2"/>
    <dgm:cxn modelId="{89CA5474-27A5-46A9-B287-5561CCF07078}" type="presParOf" srcId="{8CE9AD26-5F07-4193-8D3B-4557121C3AAB}" destId="{ACF4529D-8708-4CCF-9195-D8B2A0943CC4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A30D9C2-B2D6-4402-94E4-B7A5D5CA618F}" type="doc">
      <dgm:prSet loTypeId="urn:microsoft.com/office/officeart/2005/8/layout/target1" loCatId="relationship" qsTypeId="urn:microsoft.com/office/officeart/2005/8/quickstyle/simple1" qsCatId="simple" csTypeId="urn:microsoft.com/office/officeart/2005/8/colors/accent1_2" csCatId="accent1" phldr="1"/>
      <dgm:spPr/>
    </dgm:pt>
    <dgm:pt modelId="{6D8EA7DF-7283-4D0C-B725-AA42AEBB85DB}">
      <dgm:prSet phldrT="[Text]" custT="1"/>
      <dgm:spPr/>
      <dgm:t>
        <a:bodyPr/>
        <a:lstStyle/>
        <a:p>
          <a:r>
            <a:rPr lang="en-US" sz="2400" dirty="0"/>
            <a:t>Marketing </a:t>
          </a:r>
          <a:r>
            <a:rPr lang="en-US" sz="2400" dirty="0" err="1"/>
            <a:t>đại</a:t>
          </a:r>
          <a:r>
            <a:rPr lang="en-US" sz="2400" dirty="0"/>
            <a:t> </a:t>
          </a:r>
          <a:r>
            <a:rPr lang="en-US" sz="2400" dirty="0" err="1"/>
            <a:t>trà</a:t>
          </a:r>
          <a:r>
            <a:rPr lang="en-US" sz="2400" dirty="0"/>
            <a:t>: </a:t>
          </a:r>
          <a:r>
            <a:rPr lang="en-US" sz="2400" dirty="0" err="1"/>
            <a:t>sản</a:t>
          </a:r>
          <a:r>
            <a:rPr lang="en-US" sz="2400" dirty="0"/>
            <a:t> </a:t>
          </a:r>
          <a:r>
            <a:rPr lang="en-US" sz="2400" dirty="0" err="1"/>
            <a:t>xuất</a:t>
          </a:r>
          <a:r>
            <a:rPr lang="en-US" sz="2400" dirty="0"/>
            <a:t> </a:t>
          </a:r>
          <a:r>
            <a:rPr lang="en-US" sz="2400" dirty="0" err="1"/>
            <a:t>đại</a:t>
          </a:r>
          <a:r>
            <a:rPr lang="en-US" sz="2400" dirty="0"/>
            <a:t> </a:t>
          </a:r>
          <a:r>
            <a:rPr lang="en-US" sz="2400" dirty="0" err="1"/>
            <a:t>trà</a:t>
          </a:r>
          <a:r>
            <a:rPr lang="en-US" sz="2400" dirty="0"/>
            <a:t>, </a:t>
          </a:r>
          <a:r>
            <a:rPr lang="en-US" sz="2400" dirty="0" err="1"/>
            <a:t>phân</a:t>
          </a:r>
          <a:r>
            <a:rPr lang="en-US" sz="2400" dirty="0"/>
            <a:t> </a:t>
          </a:r>
          <a:r>
            <a:rPr lang="en-US" sz="2400" dirty="0" err="1"/>
            <a:t>phối</a:t>
          </a:r>
          <a:r>
            <a:rPr lang="en-US" sz="2400" dirty="0"/>
            <a:t> </a:t>
          </a:r>
          <a:r>
            <a:rPr lang="en-US" sz="2400" dirty="0" err="1"/>
            <a:t>đại</a:t>
          </a:r>
          <a:r>
            <a:rPr lang="en-US" sz="2400" dirty="0"/>
            <a:t> </a:t>
          </a:r>
          <a:r>
            <a:rPr lang="en-US" sz="2400" dirty="0" err="1"/>
            <a:t>trà</a:t>
          </a:r>
          <a:r>
            <a:rPr lang="en-US" sz="2400" dirty="0"/>
            <a:t>….</a:t>
          </a:r>
        </a:p>
      </dgm:t>
    </dgm:pt>
    <dgm:pt modelId="{9E324AD8-514C-43C2-9CA6-66485C21DA83}" type="parTrans" cxnId="{B38B7270-F924-41C3-B43D-3EC3DCF49FB2}">
      <dgm:prSet/>
      <dgm:spPr/>
      <dgm:t>
        <a:bodyPr/>
        <a:lstStyle/>
        <a:p>
          <a:endParaRPr lang="en-US"/>
        </a:p>
      </dgm:t>
    </dgm:pt>
    <dgm:pt modelId="{13EE50A1-5EEA-43F0-959B-328A12CAACD5}" type="sibTrans" cxnId="{B38B7270-F924-41C3-B43D-3EC3DCF49FB2}">
      <dgm:prSet/>
      <dgm:spPr/>
      <dgm:t>
        <a:bodyPr/>
        <a:lstStyle/>
        <a:p>
          <a:endParaRPr lang="en-US"/>
        </a:p>
      </dgm:t>
    </dgm:pt>
    <dgm:pt modelId="{6833F509-9F86-47F2-AB9D-B0F42D8B6CCC}">
      <dgm:prSet phldrT="[Text]" custT="1"/>
      <dgm:spPr/>
      <dgm:t>
        <a:bodyPr/>
        <a:lstStyle/>
        <a:p>
          <a:r>
            <a:rPr lang="en-US" sz="2400" dirty="0"/>
            <a:t>Marketing </a:t>
          </a:r>
          <a:r>
            <a:rPr lang="en-US" sz="2400" dirty="0" err="1"/>
            <a:t>đa</a:t>
          </a:r>
          <a:r>
            <a:rPr lang="en-US" sz="2400" dirty="0"/>
            <a:t> </a:t>
          </a:r>
          <a:r>
            <a:rPr lang="en-US" sz="2400" dirty="0" err="1"/>
            <a:t>dạng</a:t>
          </a:r>
          <a:r>
            <a:rPr lang="en-US" sz="2400" dirty="0"/>
            <a:t> </a:t>
          </a:r>
          <a:r>
            <a:rPr lang="en-US" sz="2400" dirty="0" err="1"/>
            <a:t>hóa</a:t>
          </a:r>
          <a:r>
            <a:rPr lang="en-US" sz="2400" dirty="0"/>
            <a:t> SP: </a:t>
          </a:r>
          <a:r>
            <a:rPr lang="en-US" sz="2400" dirty="0" err="1"/>
            <a:t>sx</a:t>
          </a:r>
          <a:r>
            <a:rPr lang="en-US" sz="2400" dirty="0"/>
            <a:t> SP </a:t>
          </a:r>
          <a:r>
            <a:rPr lang="en-US" sz="2400" dirty="0" err="1"/>
            <a:t>khác</a:t>
          </a:r>
          <a:r>
            <a:rPr lang="en-US" sz="2400" dirty="0"/>
            <a:t> </a:t>
          </a:r>
          <a:r>
            <a:rPr lang="en-US" sz="2400" dirty="0" err="1"/>
            <a:t>nhau</a:t>
          </a:r>
          <a:r>
            <a:rPr lang="en-US" sz="2400" dirty="0"/>
            <a:t> </a:t>
          </a:r>
          <a:r>
            <a:rPr lang="en-US" sz="2400" dirty="0" err="1"/>
            <a:t>để</a:t>
          </a:r>
          <a:r>
            <a:rPr lang="en-US" sz="2400" dirty="0"/>
            <a:t> </a:t>
          </a:r>
          <a:r>
            <a:rPr lang="en-US" sz="2400" dirty="0" err="1"/>
            <a:t>cung</a:t>
          </a:r>
          <a:r>
            <a:rPr lang="en-US" sz="2400" dirty="0"/>
            <a:t> </a:t>
          </a:r>
          <a:r>
            <a:rPr lang="en-US" sz="2400" dirty="0" err="1"/>
            <a:t>ứng</a:t>
          </a:r>
          <a:r>
            <a:rPr lang="en-US" sz="2400" dirty="0"/>
            <a:t> cho </a:t>
          </a:r>
          <a:r>
            <a:rPr lang="en-US" sz="2400" dirty="0" err="1"/>
            <a:t>tất</a:t>
          </a:r>
          <a:r>
            <a:rPr lang="en-US" sz="2400" dirty="0"/>
            <a:t> </a:t>
          </a:r>
          <a:r>
            <a:rPr lang="en-US" sz="2400" dirty="0" err="1"/>
            <a:t>cả</a:t>
          </a:r>
          <a:r>
            <a:rPr lang="en-US" sz="2400" dirty="0"/>
            <a:t> KH</a:t>
          </a:r>
        </a:p>
      </dgm:t>
    </dgm:pt>
    <dgm:pt modelId="{E9AEF7A9-28FD-4D08-BC66-7A8DF3FBFAB4}" type="parTrans" cxnId="{E7504AF6-CAB9-4FD2-AD3E-8E77AEF45A84}">
      <dgm:prSet/>
      <dgm:spPr/>
      <dgm:t>
        <a:bodyPr/>
        <a:lstStyle/>
        <a:p>
          <a:endParaRPr lang="en-US"/>
        </a:p>
      </dgm:t>
    </dgm:pt>
    <dgm:pt modelId="{043DD535-229B-48E2-87F7-F56BA0E7CC21}" type="sibTrans" cxnId="{E7504AF6-CAB9-4FD2-AD3E-8E77AEF45A84}">
      <dgm:prSet/>
      <dgm:spPr/>
      <dgm:t>
        <a:bodyPr/>
        <a:lstStyle/>
        <a:p>
          <a:endParaRPr lang="en-US"/>
        </a:p>
      </dgm:t>
    </dgm:pt>
    <dgm:pt modelId="{5AC9A3EA-FC89-4F4E-9E60-AAFBE4F6E838}">
      <dgm:prSet phldrT="[Text]" custT="1"/>
      <dgm:spPr/>
      <dgm:t>
        <a:bodyPr/>
        <a:lstStyle/>
        <a:p>
          <a:r>
            <a:rPr lang="en-US" sz="2400" dirty="0"/>
            <a:t>Marketing </a:t>
          </a:r>
          <a:r>
            <a:rPr lang="en-US" sz="2400" dirty="0" err="1"/>
            <a:t>mục</a:t>
          </a:r>
          <a:r>
            <a:rPr lang="en-US" sz="2400" dirty="0"/>
            <a:t> </a:t>
          </a:r>
          <a:r>
            <a:rPr lang="en-US" sz="2400" dirty="0" err="1"/>
            <a:t>tiêu</a:t>
          </a:r>
          <a:r>
            <a:rPr lang="en-US" sz="2400" dirty="0"/>
            <a:t>: </a:t>
          </a:r>
          <a:r>
            <a:rPr lang="en-US" sz="2400" dirty="0" err="1"/>
            <a:t>sx</a:t>
          </a:r>
          <a:r>
            <a:rPr lang="en-US" sz="2400" dirty="0"/>
            <a:t> Sp </a:t>
          </a:r>
          <a:r>
            <a:rPr lang="en-US" sz="2400" dirty="0" err="1"/>
            <a:t>khác</a:t>
          </a:r>
          <a:r>
            <a:rPr lang="en-US" sz="2400" dirty="0"/>
            <a:t> </a:t>
          </a:r>
          <a:r>
            <a:rPr lang="en-US" sz="2400" dirty="0" err="1"/>
            <a:t>nhau</a:t>
          </a:r>
          <a:r>
            <a:rPr lang="en-US" sz="2400" dirty="0"/>
            <a:t> cho </a:t>
          </a:r>
          <a:r>
            <a:rPr lang="en-US" sz="2400" dirty="0" err="1"/>
            <a:t>những</a:t>
          </a:r>
          <a:r>
            <a:rPr lang="en-US" sz="2400" dirty="0"/>
            <a:t> </a:t>
          </a:r>
          <a:r>
            <a:rPr lang="en-US" sz="2400" dirty="0" err="1"/>
            <a:t>nhóm</a:t>
          </a:r>
          <a:r>
            <a:rPr lang="en-US" sz="2400" dirty="0"/>
            <a:t> </a:t>
          </a:r>
          <a:r>
            <a:rPr lang="en-US" sz="2400" dirty="0" err="1"/>
            <a:t>khách</a:t>
          </a:r>
          <a:r>
            <a:rPr lang="en-US" sz="2400" dirty="0"/>
            <a:t> </a:t>
          </a:r>
          <a:r>
            <a:rPr lang="en-US" sz="2400" dirty="0" err="1"/>
            <a:t>hàng</a:t>
          </a:r>
          <a:r>
            <a:rPr lang="en-US" sz="2400" dirty="0"/>
            <a:t> </a:t>
          </a:r>
          <a:r>
            <a:rPr lang="en-US" sz="2400" dirty="0" err="1"/>
            <a:t>khác</a:t>
          </a:r>
          <a:r>
            <a:rPr lang="en-US" sz="2400" dirty="0"/>
            <a:t> </a:t>
          </a:r>
          <a:r>
            <a:rPr lang="en-US" sz="2400" dirty="0" err="1"/>
            <a:t>nhau</a:t>
          </a:r>
          <a:endParaRPr lang="en-US" sz="2400" dirty="0"/>
        </a:p>
      </dgm:t>
    </dgm:pt>
    <dgm:pt modelId="{BAAFCFC6-AAF3-4441-B6F0-3B9CF170ED4C}" type="parTrans" cxnId="{433D1E6F-9DC2-4F3C-A752-C677B97C9003}">
      <dgm:prSet/>
      <dgm:spPr/>
      <dgm:t>
        <a:bodyPr/>
        <a:lstStyle/>
        <a:p>
          <a:endParaRPr lang="en-US"/>
        </a:p>
      </dgm:t>
    </dgm:pt>
    <dgm:pt modelId="{652DEF60-38A1-4AB4-853E-631E43DC2016}" type="sibTrans" cxnId="{433D1E6F-9DC2-4F3C-A752-C677B97C9003}">
      <dgm:prSet/>
      <dgm:spPr/>
      <dgm:t>
        <a:bodyPr/>
        <a:lstStyle/>
        <a:p>
          <a:endParaRPr lang="en-US"/>
        </a:p>
      </dgm:t>
    </dgm:pt>
    <dgm:pt modelId="{FEEE897E-F796-408D-9A1B-5914C6914D44}" type="pres">
      <dgm:prSet presAssocID="{4A30D9C2-B2D6-4402-94E4-B7A5D5CA618F}" presName="composite" presStyleCnt="0">
        <dgm:presLayoutVars>
          <dgm:chMax val="5"/>
          <dgm:dir/>
          <dgm:resizeHandles val="exact"/>
        </dgm:presLayoutVars>
      </dgm:prSet>
      <dgm:spPr/>
    </dgm:pt>
    <dgm:pt modelId="{A84AD33F-BA04-4D2B-A301-6DB8F0E1CB6F}" type="pres">
      <dgm:prSet presAssocID="{6D8EA7DF-7283-4D0C-B725-AA42AEBB85DB}" presName="circle1" presStyleLbl="lnNode1" presStyleIdx="0" presStyleCnt="3"/>
      <dgm:spPr/>
    </dgm:pt>
    <dgm:pt modelId="{C0DDB832-FACE-4808-BFB3-731019E6D768}" type="pres">
      <dgm:prSet presAssocID="{6D8EA7DF-7283-4D0C-B725-AA42AEBB85DB}" presName="text1" presStyleLbl="revTx" presStyleIdx="0" presStyleCnt="3" custScaleX="206653">
        <dgm:presLayoutVars>
          <dgm:bulletEnabled val="1"/>
        </dgm:presLayoutVars>
      </dgm:prSet>
      <dgm:spPr/>
    </dgm:pt>
    <dgm:pt modelId="{A7938B0C-B1A4-4863-862A-0E3F45FB13AA}" type="pres">
      <dgm:prSet presAssocID="{6D8EA7DF-7283-4D0C-B725-AA42AEBB85DB}" presName="line1" presStyleLbl="callout" presStyleIdx="0" presStyleCnt="6"/>
      <dgm:spPr/>
    </dgm:pt>
    <dgm:pt modelId="{3FAE4520-ADAD-4C04-85A1-8B230BEBFFC5}" type="pres">
      <dgm:prSet presAssocID="{6D8EA7DF-7283-4D0C-B725-AA42AEBB85DB}" presName="d1" presStyleLbl="callout" presStyleIdx="1" presStyleCnt="6"/>
      <dgm:spPr/>
    </dgm:pt>
    <dgm:pt modelId="{AD0689A6-B222-4093-B1EA-4DC9CFCAC229}" type="pres">
      <dgm:prSet presAssocID="{6833F509-9F86-47F2-AB9D-B0F42D8B6CCC}" presName="circle2" presStyleLbl="lnNode1" presStyleIdx="1" presStyleCnt="3" custLinFactNeighborX="797" custLinFactNeighborY="-2837"/>
      <dgm:spPr/>
    </dgm:pt>
    <dgm:pt modelId="{8DE431D8-A941-4391-82E1-CB1E687744C2}" type="pres">
      <dgm:prSet presAssocID="{6833F509-9F86-47F2-AB9D-B0F42D8B6CCC}" presName="text2" presStyleLbl="revTx" presStyleIdx="1" presStyleCnt="3" custScaleX="233041" custLinFactNeighborX="69452" custLinFactNeighborY="55">
        <dgm:presLayoutVars>
          <dgm:bulletEnabled val="1"/>
        </dgm:presLayoutVars>
      </dgm:prSet>
      <dgm:spPr/>
    </dgm:pt>
    <dgm:pt modelId="{52C626F5-4E15-4A8D-ADDD-3DABB5B76ACD}" type="pres">
      <dgm:prSet presAssocID="{6833F509-9F86-47F2-AB9D-B0F42D8B6CCC}" presName="line2" presStyleLbl="callout" presStyleIdx="2" presStyleCnt="6"/>
      <dgm:spPr/>
    </dgm:pt>
    <dgm:pt modelId="{D00862A2-CCA6-4BA1-A74D-E8D7699D8C94}" type="pres">
      <dgm:prSet presAssocID="{6833F509-9F86-47F2-AB9D-B0F42D8B6CCC}" presName="d2" presStyleLbl="callout" presStyleIdx="3" presStyleCnt="6"/>
      <dgm:spPr/>
    </dgm:pt>
    <dgm:pt modelId="{C2ED36B5-B283-42EB-A5B3-8AB6320F34E4}" type="pres">
      <dgm:prSet presAssocID="{5AC9A3EA-FC89-4F4E-9E60-AAFBE4F6E838}" presName="circle3" presStyleLbl="lnNode1" presStyleIdx="2" presStyleCnt="3"/>
      <dgm:spPr/>
    </dgm:pt>
    <dgm:pt modelId="{B67FF433-7F2D-4E24-8435-B92B29739180}" type="pres">
      <dgm:prSet presAssocID="{5AC9A3EA-FC89-4F4E-9E60-AAFBE4F6E838}" presName="text3" presStyleLbl="revTx" presStyleIdx="2" presStyleCnt="3" custScaleX="216915" custLinFactNeighborX="34030" custLinFactNeighborY="23200">
        <dgm:presLayoutVars>
          <dgm:bulletEnabled val="1"/>
        </dgm:presLayoutVars>
      </dgm:prSet>
      <dgm:spPr/>
    </dgm:pt>
    <dgm:pt modelId="{972B417F-A902-4AB5-8A62-19D48C0429D1}" type="pres">
      <dgm:prSet presAssocID="{5AC9A3EA-FC89-4F4E-9E60-AAFBE4F6E838}" presName="line3" presStyleLbl="callout" presStyleIdx="4" presStyleCnt="6"/>
      <dgm:spPr/>
    </dgm:pt>
    <dgm:pt modelId="{1BAA17B9-3E4B-4827-AEA8-C629924FEF74}" type="pres">
      <dgm:prSet presAssocID="{5AC9A3EA-FC89-4F4E-9E60-AAFBE4F6E838}" presName="d3" presStyleLbl="callout" presStyleIdx="5" presStyleCnt="6"/>
      <dgm:spPr/>
    </dgm:pt>
  </dgm:ptLst>
  <dgm:cxnLst>
    <dgm:cxn modelId="{225AEA21-F9C7-4755-A359-09BDAB8E0795}" type="presOf" srcId="{5AC9A3EA-FC89-4F4E-9E60-AAFBE4F6E838}" destId="{B67FF433-7F2D-4E24-8435-B92B29739180}" srcOrd="0" destOrd="0" presId="urn:microsoft.com/office/officeart/2005/8/layout/target1"/>
    <dgm:cxn modelId="{3B043067-C837-4CDB-A3EF-DC95B2F38FE5}" type="presOf" srcId="{6D8EA7DF-7283-4D0C-B725-AA42AEBB85DB}" destId="{C0DDB832-FACE-4808-BFB3-731019E6D768}" srcOrd="0" destOrd="0" presId="urn:microsoft.com/office/officeart/2005/8/layout/target1"/>
    <dgm:cxn modelId="{433D1E6F-9DC2-4F3C-A752-C677B97C9003}" srcId="{4A30D9C2-B2D6-4402-94E4-B7A5D5CA618F}" destId="{5AC9A3EA-FC89-4F4E-9E60-AAFBE4F6E838}" srcOrd="2" destOrd="0" parTransId="{BAAFCFC6-AAF3-4441-B6F0-3B9CF170ED4C}" sibTransId="{652DEF60-38A1-4AB4-853E-631E43DC2016}"/>
    <dgm:cxn modelId="{B38B7270-F924-41C3-B43D-3EC3DCF49FB2}" srcId="{4A30D9C2-B2D6-4402-94E4-B7A5D5CA618F}" destId="{6D8EA7DF-7283-4D0C-B725-AA42AEBB85DB}" srcOrd="0" destOrd="0" parTransId="{9E324AD8-514C-43C2-9CA6-66485C21DA83}" sibTransId="{13EE50A1-5EEA-43F0-959B-328A12CAACD5}"/>
    <dgm:cxn modelId="{6C893683-5FE3-4235-9A9C-1B8D0C71A62C}" type="presOf" srcId="{4A30D9C2-B2D6-4402-94E4-B7A5D5CA618F}" destId="{FEEE897E-F796-408D-9A1B-5914C6914D44}" srcOrd="0" destOrd="0" presId="urn:microsoft.com/office/officeart/2005/8/layout/target1"/>
    <dgm:cxn modelId="{EA2D7798-727A-468A-8DA4-ADCAECC68F2C}" type="presOf" srcId="{6833F509-9F86-47F2-AB9D-B0F42D8B6CCC}" destId="{8DE431D8-A941-4391-82E1-CB1E687744C2}" srcOrd="0" destOrd="0" presId="urn:microsoft.com/office/officeart/2005/8/layout/target1"/>
    <dgm:cxn modelId="{E7504AF6-CAB9-4FD2-AD3E-8E77AEF45A84}" srcId="{4A30D9C2-B2D6-4402-94E4-B7A5D5CA618F}" destId="{6833F509-9F86-47F2-AB9D-B0F42D8B6CCC}" srcOrd="1" destOrd="0" parTransId="{E9AEF7A9-28FD-4D08-BC66-7A8DF3FBFAB4}" sibTransId="{043DD535-229B-48E2-87F7-F56BA0E7CC21}"/>
    <dgm:cxn modelId="{91D27475-A272-41AA-9A78-854417DB5B0E}" type="presParOf" srcId="{FEEE897E-F796-408D-9A1B-5914C6914D44}" destId="{A84AD33F-BA04-4D2B-A301-6DB8F0E1CB6F}" srcOrd="0" destOrd="0" presId="urn:microsoft.com/office/officeart/2005/8/layout/target1"/>
    <dgm:cxn modelId="{3DC2A053-76AE-41CF-848B-AE9F3AA8DC08}" type="presParOf" srcId="{FEEE897E-F796-408D-9A1B-5914C6914D44}" destId="{C0DDB832-FACE-4808-BFB3-731019E6D768}" srcOrd="1" destOrd="0" presId="urn:microsoft.com/office/officeart/2005/8/layout/target1"/>
    <dgm:cxn modelId="{943D4677-66B2-4AB0-BAE0-1F6551B02CD0}" type="presParOf" srcId="{FEEE897E-F796-408D-9A1B-5914C6914D44}" destId="{A7938B0C-B1A4-4863-862A-0E3F45FB13AA}" srcOrd="2" destOrd="0" presId="urn:microsoft.com/office/officeart/2005/8/layout/target1"/>
    <dgm:cxn modelId="{A80F3107-FA33-4289-9CB1-1ECA9EC54365}" type="presParOf" srcId="{FEEE897E-F796-408D-9A1B-5914C6914D44}" destId="{3FAE4520-ADAD-4C04-85A1-8B230BEBFFC5}" srcOrd="3" destOrd="0" presId="urn:microsoft.com/office/officeart/2005/8/layout/target1"/>
    <dgm:cxn modelId="{3449924F-0940-4E56-BF8E-7E20CF44180B}" type="presParOf" srcId="{FEEE897E-F796-408D-9A1B-5914C6914D44}" destId="{AD0689A6-B222-4093-B1EA-4DC9CFCAC229}" srcOrd="4" destOrd="0" presId="urn:microsoft.com/office/officeart/2005/8/layout/target1"/>
    <dgm:cxn modelId="{167FFE82-F8A0-43C3-9CAF-F2D15DFAF6AA}" type="presParOf" srcId="{FEEE897E-F796-408D-9A1B-5914C6914D44}" destId="{8DE431D8-A941-4391-82E1-CB1E687744C2}" srcOrd="5" destOrd="0" presId="urn:microsoft.com/office/officeart/2005/8/layout/target1"/>
    <dgm:cxn modelId="{4519A6F9-4A30-46B1-AC43-DFB6063EC824}" type="presParOf" srcId="{FEEE897E-F796-408D-9A1B-5914C6914D44}" destId="{52C626F5-4E15-4A8D-ADDD-3DABB5B76ACD}" srcOrd="6" destOrd="0" presId="urn:microsoft.com/office/officeart/2005/8/layout/target1"/>
    <dgm:cxn modelId="{3ED46079-E1DF-4484-86FE-E87984F5B1DD}" type="presParOf" srcId="{FEEE897E-F796-408D-9A1B-5914C6914D44}" destId="{D00862A2-CCA6-4BA1-A74D-E8D7699D8C94}" srcOrd="7" destOrd="0" presId="urn:microsoft.com/office/officeart/2005/8/layout/target1"/>
    <dgm:cxn modelId="{9FD3A6AA-1404-45F4-8D4A-5EFB92AE6D90}" type="presParOf" srcId="{FEEE897E-F796-408D-9A1B-5914C6914D44}" destId="{C2ED36B5-B283-42EB-A5B3-8AB6320F34E4}" srcOrd="8" destOrd="0" presId="urn:microsoft.com/office/officeart/2005/8/layout/target1"/>
    <dgm:cxn modelId="{0F2E21B3-A553-4E64-8DEC-21942E37D9DB}" type="presParOf" srcId="{FEEE897E-F796-408D-9A1B-5914C6914D44}" destId="{B67FF433-7F2D-4E24-8435-B92B29739180}" srcOrd="9" destOrd="0" presId="urn:microsoft.com/office/officeart/2005/8/layout/target1"/>
    <dgm:cxn modelId="{53B50ABD-92F4-4EFA-8D0A-F1902D5AA51A}" type="presParOf" srcId="{FEEE897E-F796-408D-9A1B-5914C6914D44}" destId="{972B417F-A902-4AB5-8A62-19D48C0429D1}" srcOrd="10" destOrd="0" presId="urn:microsoft.com/office/officeart/2005/8/layout/target1"/>
    <dgm:cxn modelId="{6613118C-62BC-4E76-9D05-446D5CE1DEA7}" type="presParOf" srcId="{FEEE897E-F796-408D-9A1B-5914C6914D44}" destId="{1BAA17B9-3E4B-4827-AEA8-C629924FEF74}" srcOrd="11" destOrd="0" presId="urn:microsoft.com/office/officeart/2005/8/layout/targe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316BAA5-067D-420F-ACC7-58C4A6B045FC}" type="doc">
      <dgm:prSet loTypeId="urn:microsoft.com/office/officeart/2005/8/layout/radial6" loCatId="cycle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C0F7E9C-25B2-4128-827C-59B5F44A8153}">
      <dgm:prSet phldrT="[Text]"/>
      <dgm:spPr/>
      <dgm:t>
        <a:bodyPr/>
        <a:lstStyle/>
        <a:p>
          <a:r>
            <a:rPr lang="en-US" dirty="0"/>
            <a:t> 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4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tiêu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thức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4B23A7B-27FE-4222-8913-14834F8151C3}" type="parTrans" cxnId="{DF2F9795-FD5C-4BD1-ADCD-6FFF6DE274DE}">
      <dgm:prSet/>
      <dgm:spPr/>
      <dgm:t>
        <a:bodyPr/>
        <a:lstStyle/>
        <a:p>
          <a:endParaRPr lang="en-US"/>
        </a:p>
      </dgm:t>
    </dgm:pt>
    <dgm:pt modelId="{602682EF-629A-4751-BE0A-6AB3AC7EAE05}" type="sibTrans" cxnId="{DF2F9795-FD5C-4BD1-ADCD-6FFF6DE274DE}">
      <dgm:prSet/>
      <dgm:spPr/>
      <dgm:t>
        <a:bodyPr/>
        <a:lstStyle/>
        <a:p>
          <a:endParaRPr lang="en-US"/>
        </a:p>
      </dgm:t>
    </dgm:pt>
    <dgm:pt modelId="{8329E06D-CF98-48BB-B5F2-3079434B03CE}">
      <dgm:prSet phldrT="[Text]"/>
      <dgm:spPr/>
      <dgm:t>
        <a:bodyPr/>
        <a:lstStyle/>
        <a:p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Địa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lý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87EFD06-B7DF-4AD0-99BC-4749F09F58FF}" type="parTrans" cxnId="{3C9C9B00-0C29-4D30-BDDF-64D7EB91B799}">
      <dgm:prSet/>
      <dgm:spPr/>
      <dgm:t>
        <a:bodyPr/>
        <a:lstStyle/>
        <a:p>
          <a:endParaRPr lang="en-US"/>
        </a:p>
      </dgm:t>
    </dgm:pt>
    <dgm:pt modelId="{818E2289-299A-4540-B428-00C06D27234F}" type="sibTrans" cxnId="{3C9C9B00-0C29-4D30-BDDF-64D7EB91B799}">
      <dgm:prSet/>
      <dgm:spPr/>
      <dgm:t>
        <a:bodyPr/>
        <a:lstStyle/>
        <a:p>
          <a:endParaRPr lang="en-US"/>
        </a:p>
      </dgm:t>
    </dgm:pt>
    <dgm:pt modelId="{12F97A38-4052-47FA-A89B-666689F5A0EB}">
      <dgm:prSet phldrT="[Text]"/>
      <dgm:spPr/>
      <dgm:t>
        <a:bodyPr/>
        <a:lstStyle/>
        <a:p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Nhân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khẩu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học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3EE75FB-1297-46D9-A642-B40FAB761999}" type="parTrans" cxnId="{9CD04E71-D2C7-4A49-BB7C-B5E8EBBD876E}">
      <dgm:prSet/>
      <dgm:spPr/>
      <dgm:t>
        <a:bodyPr/>
        <a:lstStyle/>
        <a:p>
          <a:endParaRPr lang="en-US"/>
        </a:p>
      </dgm:t>
    </dgm:pt>
    <dgm:pt modelId="{E7C81455-39A7-4E1A-A54E-4B5CA7B3F558}" type="sibTrans" cxnId="{9CD04E71-D2C7-4A49-BB7C-B5E8EBBD876E}">
      <dgm:prSet/>
      <dgm:spPr/>
      <dgm:t>
        <a:bodyPr/>
        <a:lstStyle/>
        <a:p>
          <a:endParaRPr lang="en-US"/>
        </a:p>
      </dgm:t>
    </dgm:pt>
    <dgm:pt modelId="{D7DEEBF4-3D69-44A8-AEC0-FCF92A254CF6}">
      <dgm:prSet phldrT="[Text]"/>
      <dgm:spPr/>
      <dgm:t>
        <a:bodyPr/>
        <a:lstStyle/>
        <a:p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Tâm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lý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C4375C0-B595-4D94-A5B0-F8F89A1BC7C1}" type="parTrans" cxnId="{F2DC8ABB-B554-43DF-AA0B-A0315F8CFB91}">
      <dgm:prSet/>
      <dgm:spPr/>
      <dgm:t>
        <a:bodyPr/>
        <a:lstStyle/>
        <a:p>
          <a:endParaRPr lang="en-US"/>
        </a:p>
      </dgm:t>
    </dgm:pt>
    <dgm:pt modelId="{ECB16F80-2985-475E-A4AA-C105A59D094F}" type="sibTrans" cxnId="{F2DC8ABB-B554-43DF-AA0B-A0315F8CFB91}">
      <dgm:prSet/>
      <dgm:spPr/>
      <dgm:t>
        <a:bodyPr/>
        <a:lstStyle/>
        <a:p>
          <a:endParaRPr lang="en-US"/>
        </a:p>
      </dgm:t>
    </dgm:pt>
    <dgm:pt modelId="{D19D268A-7F64-4D8B-AFF5-C83C46C85F3E}">
      <dgm:prSet phldrT="[Text]"/>
      <dgm:spPr/>
      <dgm:t>
        <a:bodyPr/>
        <a:lstStyle/>
        <a:p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Cách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ứng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xử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(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hành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vi)</a:t>
          </a:r>
        </a:p>
      </dgm:t>
    </dgm:pt>
    <dgm:pt modelId="{F88AF1D1-4FE3-4EAE-A41B-46D921D53B81}" type="parTrans" cxnId="{DEC383C7-8F62-40FE-B744-35EF0490E40D}">
      <dgm:prSet/>
      <dgm:spPr/>
      <dgm:t>
        <a:bodyPr/>
        <a:lstStyle/>
        <a:p>
          <a:endParaRPr lang="en-US"/>
        </a:p>
      </dgm:t>
    </dgm:pt>
    <dgm:pt modelId="{35E83324-758D-4B1B-99BE-A5BC4D5FF331}" type="sibTrans" cxnId="{DEC383C7-8F62-40FE-B744-35EF0490E40D}">
      <dgm:prSet/>
      <dgm:spPr/>
      <dgm:t>
        <a:bodyPr/>
        <a:lstStyle/>
        <a:p>
          <a:endParaRPr lang="en-US"/>
        </a:p>
      </dgm:t>
    </dgm:pt>
    <dgm:pt modelId="{3CF300E3-E421-45E9-A22E-284C9D662256}" type="pres">
      <dgm:prSet presAssocID="{C316BAA5-067D-420F-ACC7-58C4A6B045FC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0C34C8F8-8DF7-47A3-9688-BFC0D2300701}" type="pres">
      <dgm:prSet presAssocID="{AC0F7E9C-25B2-4128-827C-59B5F44A8153}" presName="centerShape" presStyleLbl="node0" presStyleIdx="0" presStyleCnt="1"/>
      <dgm:spPr/>
    </dgm:pt>
    <dgm:pt modelId="{F4DDF2C5-3E07-49CA-99F3-6AADB7EEE51A}" type="pres">
      <dgm:prSet presAssocID="{8329E06D-CF98-48BB-B5F2-3079434B03CE}" presName="node" presStyleLbl="node1" presStyleIdx="0" presStyleCnt="4">
        <dgm:presLayoutVars>
          <dgm:bulletEnabled val="1"/>
        </dgm:presLayoutVars>
      </dgm:prSet>
      <dgm:spPr/>
    </dgm:pt>
    <dgm:pt modelId="{304ED0EB-3AD0-4DA4-9235-3A1D5FFD33DE}" type="pres">
      <dgm:prSet presAssocID="{8329E06D-CF98-48BB-B5F2-3079434B03CE}" presName="dummy" presStyleCnt="0"/>
      <dgm:spPr/>
    </dgm:pt>
    <dgm:pt modelId="{2A68D43E-B306-4C70-8242-7BA20F3FD8BA}" type="pres">
      <dgm:prSet presAssocID="{818E2289-299A-4540-B428-00C06D27234F}" presName="sibTrans" presStyleLbl="sibTrans2D1" presStyleIdx="0" presStyleCnt="4"/>
      <dgm:spPr/>
    </dgm:pt>
    <dgm:pt modelId="{E19EF1E8-1E0A-4D0E-B371-DD72DDC1672F}" type="pres">
      <dgm:prSet presAssocID="{12F97A38-4052-47FA-A89B-666689F5A0EB}" presName="node" presStyleLbl="node1" presStyleIdx="1" presStyleCnt="4">
        <dgm:presLayoutVars>
          <dgm:bulletEnabled val="1"/>
        </dgm:presLayoutVars>
      </dgm:prSet>
      <dgm:spPr/>
    </dgm:pt>
    <dgm:pt modelId="{9E14CDD7-5ADA-4709-A0D3-6DA71019CE2F}" type="pres">
      <dgm:prSet presAssocID="{12F97A38-4052-47FA-A89B-666689F5A0EB}" presName="dummy" presStyleCnt="0"/>
      <dgm:spPr/>
    </dgm:pt>
    <dgm:pt modelId="{88DAC0DD-E8B3-46A2-AAE9-D9A088FDAC1B}" type="pres">
      <dgm:prSet presAssocID="{E7C81455-39A7-4E1A-A54E-4B5CA7B3F558}" presName="sibTrans" presStyleLbl="sibTrans2D1" presStyleIdx="1" presStyleCnt="4"/>
      <dgm:spPr/>
    </dgm:pt>
    <dgm:pt modelId="{E3294296-F092-48E3-92BD-C8302FF30511}" type="pres">
      <dgm:prSet presAssocID="{D7DEEBF4-3D69-44A8-AEC0-FCF92A254CF6}" presName="node" presStyleLbl="node1" presStyleIdx="2" presStyleCnt="4">
        <dgm:presLayoutVars>
          <dgm:bulletEnabled val="1"/>
        </dgm:presLayoutVars>
      </dgm:prSet>
      <dgm:spPr/>
    </dgm:pt>
    <dgm:pt modelId="{2247F798-1ED5-49D2-9B48-40A0E7133154}" type="pres">
      <dgm:prSet presAssocID="{D7DEEBF4-3D69-44A8-AEC0-FCF92A254CF6}" presName="dummy" presStyleCnt="0"/>
      <dgm:spPr/>
    </dgm:pt>
    <dgm:pt modelId="{F4241064-24B5-4ECE-B953-C70C8598D260}" type="pres">
      <dgm:prSet presAssocID="{ECB16F80-2985-475E-A4AA-C105A59D094F}" presName="sibTrans" presStyleLbl="sibTrans2D1" presStyleIdx="2" presStyleCnt="4"/>
      <dgm:spPr/>
    </dgm:pt>
    <dgm:pt modelId="{98D5686A-2F42-4AFE-B335-C66800AE7A51}" type="pres">
      <dgm:prSet presAssocID="{D19D268A-7F64-4D8B-AFF5-C83C46C85F3E}" presName="node" presStyleLbl="node1" presStyleIdx="3" presStyleCnt="4">
        <dgm:presLayoutVars>
          <dgm:bulletEnabled val="1"/>
        </dgm:presLayoutVars>
      </dgm:prSet>
      <dgm:spPr/>
    </dgm:pt>
    <dgm:pt modelId="{1FFB7DDB-4B02-49CD-9A8E-81CB2A9C45EC}" type="pres">
      <dgm:prSet presAssocID="{D19D268A-7F64-4D8B-AFF5-C83C46C85F3E}" presName="dummy" presStyleCnt="0"/>
      <dgm:spPr/>
    </dgm:pt>
    <dgm:pt modelId="{A591575F-6EFC-4325-9649-6495F5349BBB}" type="pres">
      <dgm:prSet presAssocID="{35E83324-758D-4B1B-99BE-A5BC4D5FF331}" presName="sibTrans" presStyleLbl="sibTrans2D1" presStyleIdx="3" presStyleCnt="4"/>
      <dgm:spPr/>
    </dgm:pt>
  </dgm:ptLst>
  <dgm:cxnLst>
    <dgm:cxn modelId="{3C9C9B00-0C29-4D30-BDDF-64D7EB91B799}" srcId="{AC0F7E9C-25B2-4128-827C-59B5F44A8153}" destId="{8329E06D-CF98-48BB-B5F2-3079434B03CE}" srcOrd="0" destOrd="0" parTransId="{287EFD06-B7DF-4AD0-99BC-4749F09F58FF}" sibTransId="{818E2289-299A-4540-B428-00C06D27234F}"/>
    <dgm:cxn modelId="{8CE99D02-9E49-44D1-8962-0DB46DFAB234}" type="presOf" srcId="{AC0F7E9C-25B2-4128-827C-59B5F44A8153}" destId="{0C34C8F8-8DF7-47A3-9688-BFC0D2300701}" srcOrd="0" destOrd="0" presId="urn:microsoft.com/office/officeart/2005/8/layout/radial6"/>
    <dgm:cxn modelId="{AD3F6315-B693-4273-8623-9E362D3642FA}" type="presOf" srcId="{ECB16F80-2985-475E-A4AA-C105A59D094F}" destId="{F4241064-24B5-4ECE-B953-C70C8598D260}" srcOrd="0" destOrd="0" presId="urn:microsoft.com/office/officeart/2005/8/layout/radial6"/>
    <dgm:cxn modelId="{AEA1F634-AC8F-4C2D-8626-7AF450DCE0C2}" type="presOf" srcId="{D19D268A-7F64-4D8B-AFF5-C83C46C85F3E}" destId="{98D5686A-2F42-4AFE-B335-C66800AE7A51}" srcOrd="0" destOrd="0" presId="urn:microsoft.com/office/officeart/2005/8/layout/radial6"/>
    <dgm:cxn modelId="{DB3EC447-9463-4EA3-AD3B-CBA2707969CC}" type="presOf" srcId="{35E83324-758D-4B1B-99BE-A5BC4D5FF331}" destId="{A591575F-6EFC-4325-9649-6495F5349BBB}" srcOrd="0" destOrd="0" presId="urn:microsoft.com/office/officeart/2005/8/layout/radial6"/>
    <dgm:cxn modelId="{9CD04E71-D2C7-4A49-BB7C-B5E8EBBD876E}" srcId="{AC0F7E9C-25B2-4128-827C-59B5F44A8153}" destId="{12F97A38-4052-47FA-A89B-666689F5A0EB}" srcOrd="1" destOrd="0" parTransId="{33EE75FB-1297-46D9-A642-B40FAB761999}" sibTransId="{E7C81455-39A7-4E1A-A54E-4B5CA7B3F558}"/>
    <dgm:cxn modelId="{DF2F9795-FD5C-4BD1-ADCD-6FFF6DE274DE}" srcId="{C316BAA5-067D-420F-ACC7-58C4A6B045FC}" destId="{AC0F7E9C-25B2-4128-827C-59B5F44A8153}" srcOrd="0" destOrd="0" parTransId="{84B23A7B-27FE-4222-8913-14834F8151C3}" sibTransId="{602682EF-629A-4751-BE0A-6AB3AC7EAE05}"/>
    <dgm:cxn modelId="{84C05C9A-E26D-4D6C-BC3C-4BFF386D36B9}" type="presOf" srcId="{E7C81455-39A7-4E1A-A54E-4B5CA7B3F558}" destId="{88DAC0DD-E8B3-46A2-AAE9-D9A088FDAC1B}" srcOrd="0" destOrd="0" presId="urn:microsoft.com/office/officeart/2005/8/layout/radial6"/>
    <dgm:cxn modelId="{BAE51DA2-9424-4A64-872E-9F4D9181ABC5}" type="presOf" srcId="{12F97A38-4052-47FA-A89B-666689F5A0EB}" destId="{E19EF1E8-1E0A-4D0E-B371-DD72DDC1672F}" srcOrd="0" destOrd="0" presId="urn:microsoft.com/office/officeart/2005/8/layout/radial6"/>
    <dgm:cxn modelId="{F2DC8ABB-B554-43DF-AA0B-A0315F8CFB91}" srcId="{AC0F7E9C-25B2-4128-827C-59B5F44A8153}" destId="{D7DEEBF4-3D69-44A8-AEC0-FCF92A254CF6}" srcOrd="2" destOrd="0" parTransId="{8C4375C0-B595-4D94-A5B0-F8F89A1BC7C1}" sibTransId="{ECB16F80-2985-475E-A4AA-C105A59D094F}"/>
    <dgm:cxn modelId="{D80CD3BF-263E-4144-AD07-BC5A2F1168B9}" type="presOf" srcId="{8329E06D-CF98-48BB-B5F2-3079434B03CE}" destId="{F4DDF2C5-3E07-49CA-99F3-6AADB7EEE51A}" srcOrd="0" destOrd="0" presId="urn:microsoft.com/office/officeart/2005/8/layout/radial6"/>
    <dgm:cxn modelId="{DEC383C7-8F62-40FE-B744-35EF0490E40D}" srcId="{AC0F7E9C-25B2-4128-827C-59B5F44A8153}" destId="{D19D268A-7F64-4D8B-AFF5-C83C46C85F3E}" srcOrd="3" destOrd="0" parTransId="{F88AF1D1-4FE3-4EAE-A41B-46D921D53B81}" sibTransId="{35E83324-758D-4B1B-99BE-A5BC4D5FF331}"/>
    <dgm:cxn modelId="{E8F451CF-5423-4020-9331-FC7138B92CB7}" type="presOf" srcId="{D7DEEBF4-3D69-44A8-AEC0-FCF92A254CF6}" destId="{E3294296-F092-48E3-92BD-C8302FF30511}" srcOrd="0" destOrd="0" presId="urn:microsoft.com/office/officeart/2005/8/layout/radial6"/>
    <dgm:cxn modelId="{4FB1DDD9-B27D-4BAE-ADED-8F5C7603DF57}" type="presOf" srcId="{C316BAA5-067D-420F-ACC7-58C4A6B045FC}" destId="{3CF300E3-E421-45E9-A22E-284C9D662256}" srcOrd="0" destOrd="0" presId="urn:microsoft.com/office/officeart/2005/8/layout/radial6"/>
    <dgm:cxn modelId="{5FE482EA-6884-4FC9-80D7-162DC6CA384F}" type="presOf" srcId="{818E2289-299A-4540-B428-00C06D27234F}" destId="{2A68D43E-B306-4C70-8242-7BA20F3FD8BA}" srcOrd="0" destOrd="0" presId="urn:microsoft.com/office/officeart/2005/8/layout/radial6"/>
    <dgm:cxn modelId="{7F97AA47-523D-4DDB-8D7B-702E9ACC7811}" type="presParOf" srcId="{3CF300E3-E421-45E9-A22E-284C9D662256}" destId="{0C34C8F8-8DF7-47A3-9688-BFC0D2300701}" srcOrd="0" destOrd="0" presId="urn:microsoft.com/office/officeart/2005/8/layout/radial6"/>
    <dgm:cxn modelId="{9E1C4A37-0608-4ADB-81C6-17057CC67CFA}" type="presParOf" srcId="{3CF300E3-E421-45E9-A22E-284C9D662256}" destId="{F4DDF2C5-3E07-49CA-99F3-6AADB7EEE51A}" srcOrd="1" destOrd="0" presId="urn:microsoft.com/office/officeart/2005/8/layout/radial6"/>
    <dgm:cxn modelId="{E202EEC1-F34F-44C5-A12B-6A4EAD4337FC}" type="presParOf" srcId="{3CF300E3-E421-45E9-A22E-284C9D662256}" destId="{304ED0EB-3AD0-4DA4-9235-3A1D5FFD33DE}" srcOrd="2" destOrd="0" presId="urn:microsoft.com/office/officeart/2005/8/layout/radial6"/>
    <dgm:cxn modelId="{91C7D164-0B95-47BA-991A-A1CB89CF1F16}" type="presParOf" srcId="{3CF300E3-E421-45E9-A22E-284C9D662256}" destId="{2A68D43E-B306-4C70-8242-7BA20F3FD8BA}" srcOrd="3" destOrd="0" presId="urn:microsoft.com/office/officeart/2005/8/layout/radial6"/>
    <dgm:cxn modelId="{AEB5421F-CFC7-461A-93EF-A55274484718}" type="presParOf" srcId="{3CF300E3-E421-45E9-A22E-284C9D662256}" destId="{E19EF1E8-1E0A-4D0E-B371-DD72DDC1672F}" srcOrd="4" destOrd="0" presId="urn:microsoft.com/office/officeart/2005/8/layout/radial6"/>
    <dgm:cxn modelId="{6F9BC610-FFB0-4B9B-A0E8-FBED0036EA29}" type="presParOf" srcId="{3CF300E3-E421-45E9-A22E-284C9D662256}" destId="{9E14CDD7-5ADA-4709-A0D3-6DA71019CE2F}" srcOrd="5" destOrd="0" presId="urn:microsoft.com/office/officeart/2005/8/layout/radial6"/>
    <dgm:cxn modelId="{F630A1BE-3B43-43CF-9168-F161586FC7EB}" type="presParOf" srcId="{3CF300E3-E421-45E9-A22E-284C9D662256}" destId="{88DAC0DD-E8B3-46A2-AAE9-D9A088FDAC1B}" srcOrd="6" destOrd="0" presId="urn:microsoft.com/office/officeart/2005/8/layout/radial6"/>
    <dgm:cxn modelId="{364BC2CC-930B-4A99-B6F6-8A18F008B3C8}" type="presParOf" srcId="{3CF300E3-E421-45E9-A22E-284C9D662256}" destId="{E3294296-F092-48E3-92BD-C8302FF30511}" srcOrd="7" destOrd="0" presId="urn:microsoft.com/office/officeart/2005/8/layout/radial6"/>
    <dgm:cxn modelId="{B9C6E7E1-03D1-4C39-9F67-6552E746EC0D}" type="presParOf" srcId="{3CF300E3-E421-45E9-A22E-284C9D662256}" destId="{2247F798-1ED5-49D2-9B48-40A0E7133154}" srcOrd="8" destOrd="0" presId="urn:microsoft.com/office/officeart/2005/8/layout/radial6"/>
    <dgm:cxn modelId="{F459FA23-A1E7-49A5-8D9E-51EBA267D251}" type="presParOf" srcId="{3CF300E3-E421-45E9-A22E-284C9D662256}" destId="{F4241064-24B5-4ECE-B953-C70C8598D260}" srcOrd="9" destOrd="0" presId="urn:microsoft.com/office/officeart/2005/8/layout/radial6"/>
    <dgm:cxn modelId="{2979E923-536D-4A01-8DFF-43BDE8211E74}" type="presParOf" srcId="{3CF300E3-E421-45E9-A22E-284C9D662256}" destId="{98D5686A-2F42-4AFE-B335-C66800AE7A51}" srcOrd="10" destOrd="0" presId="urn:microsoft.com/office/officeart/2005/8/layout/radial6"/>
    <dgm:cxn modelId="{C12782C4-FE5D-45CC-869B-419EFFFC8748}" type="presParOf" srcId="{3CF300E3-E421-45E9-A22E-284C9D662256}" destId="{1FFB7DDB-4B02-49CD-9A8E-81CB2A9C45EC}" srcOrd="11" destOrd="0" presId="urn:microsoft.com/office/officeart/2005/8/layout/radial6"/>
    <dgm:cxn modelId="{76519A8E-7E07-48FE-884B-ABF8AF0FBDB0}" type="presParOf" srcId="{3CF300E3-E421-45E9-A22E-284C9D662256}" destId="{A591575F-6EFC-4325-9649-6495F5349BBB}" srcOrd="12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E8AE948-FDFD-4DD7-872E-837FDCBD5177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5FDFF9A-3037-43D5-85B2-0B04C0CD4C75}">
      <dgm:prSet custT="1"/>
      <dgm:spPr/>
      <dgm:t>
        <a:bodyPr/>
        <a:lstStyle/>
        <a:p>
          <a:r>
            <a:rPr lang="en-US" sz="2800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Qui </a:t>
          </a:r>
          <a:r>
            <a:rPr lang="en-US" sz="2800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mô</a:t>
          </a:r>
          <a:r>
            <a:rPr lang="en-US" sz="2800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va</a:t>
          </a:r>
          <a:r>
            <a:rPr lang="en-US" sz="2800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̀ </a:t>
          </a:r>
          <a:r>
            <a:rPr lang="en-US" sz="2800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mức</a:t>
          </a:r>
          <a:r>
            <a:rPr lang="en-US" sz="2800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tăng</a:t>
          </a:r>
          <a:r>
            <a:rPr lang="en-US" sz="2800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trưởng</a:t>
          </a:r>
          <a:r>
            <a:rPr lang="en-US" sz="2800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của</a:t>
          </a:r>
          <a:r>
            <a:rPr lang="en-US" sz="2800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từng</a:t>
          </a:r>
          <a:r>
            <a:rPr lang="en-US" sz="2800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phân</a:t>
          </a:r>
          <a:r>
            <a:rPr lang="en-US" sz="2800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đoạn</a:t>
          </a:r>
          <a:r>
            <a:rPr lang="en-US" sz="2800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thi</a:t>
          </a:r>
          <a:r>
            <a:rPr lang="en-US" sz="2800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̣ </a:t>
          </a:r>
          <a:r>
            <a:rPr lang="en-US" sz="2800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trường</a:t>
          </a:r>
          <a:endParaRPr lang="en-US" sz="2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FCD88BB-E3A7-40FB-9499-05A97233F295}" type="parTrans" cxnId="{E2EEF16C-3406-4026-AC92-2C93870C6B5B}">
      <dgm:prSet/>
      <dgm:spPr/>
      <dgm:t>
        <a:bodyPr/>
        <a:lstStyle/>
        <a:p>
          <a:endParaRPr lang="en-US"/>
        </a:p>
      </dgm:t>
    </dgm:pt>
    <dgm:pt modelId="{8201E28E-51B0-4DA0-8B59-3B8484596D6C}" type="sibTrans" cxnId="{E2EEF16C-3406-4026-AC92-2C93870C6B5B}">
      <dgm:prSet/>
      <dgm:spPr/>
      <dgm:t>
        <a:bodyPr/>
        <a:lstStyle/>
        <a:p>
          <a:endParaRPr lang="en-US"/>
        </a:p>
      </dgm:t>
    </dgm:pt>
    <dgm:pt modelId="{D8AFE608-C7F2-49F6-A73F-ED72CB98F4F9}">
      <dgm:prSet custT="1"/>
      <dgm:spPr/>
      <dgm:t>
        <a:bodyPr/>
        <a:lstStyle/>
        <a:p>
          <a:r>
            <a:rPr lang="en-US" sz="2800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Mức</a:t>
          </a:r>
          <a:r>
            <a:rPr lang="en-US" sz="2800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đô</a:t>
          </a:r>
          <a:r>
            <a:rPr lang="en-US" sz="2800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̣ </a:t>
          </a:r>
          <a:r>
            <a:rPr lang="en-US" sz="2800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hấp</a:t>
          </a:r>
          <a:r>
            <a:rPr lang="en-US" sz="2800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dẫn</a:t>
          </a:r>
          <a:r>
            <a:rPr lang="en-US" sz="2800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vê</a:t>
          </a:r>
          <a:r>
            <a:rPr lang="en-US" sz="2800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̀ </a:t>
          </a:r>
          <a:r>
            <a:rPr lang="en-US" sz="2800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cơ</a:t>
          </a:r>
          <a:r>
            <a:rPr lang="en-US" sz="2800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cấu</a:t>
          </a:r>
          <a:r>
            <a:rPr lang="en-US" sz="2800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của</a:t>
          </a:r>
          <a:r>
            <a:rPr lang="en-US" sz="2800" b="1" i="1">
              <a:latin typeface="Times New Roman" panose="02020603050405020304" pitchFamily="18" charset="0"/>
              <a:cs typeface="Times New Roman" panose="02020603050405020304" pitchFamily="18" charset="0"/>
            </a:rPr>
            <a:t> đoạn</a:t>
          </a:r>
          <a:r>
            <a:rPr lang="en-US" sz="2800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thi</a:t>
          </a:r>
          <a:r>
            <a:rPr lang="en-US" sz="2800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̣ </a:t>
          </a:r>
          <a:r>
            <a:rPr lang="en-US" sz="2800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trường</a:t>
          </a:r>
          <a:endParaRPr lang="en-US" sz="2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E67F54F-379C-4A7C-9B62-142707981923}" type="parTrans" cxnId="{7F7BF1F3-2C3B-48B2-ADC5-E8EDFBCAB9DA}">
      <dgm:prSet/>
      <dgm:spPr/>
      <dgm:t>
        <a:bodyPr/>
        <a:lstStyle/>
        <a:p>
          <a:endParaRPr lang="en-US"/>
        </a:p>
      </dgm:t>
    </dgm:pt>
    <dgm:pt modelId="{F3957546-7195-45B8-827E-44D840A7596C}" type="sibTrans" cxnId="{7F7BF1F3-2C3B-48B2-ADC5-E8EDFBCAB9DA}">
      <dgm:prSet/>
      <dgm:spPr/>
      <dgm:t>
        <a:bodyPr/>
        <a:lstStyle/>
        <a:p>
          <a:endParaRPr lang="en-US"/>
        </a:p>
      </dgm:t>
    </dgm:pt>
    <dgm:pt modelId="{6CD50148-7D73-42B2-B5CB-38403C325120}">
      <dgm:prSet custT="1"/>
      <dgm:spPr/>
      <dgm:t>
        <a:bodyPr/>
        <a:lstStyle/>
        <a:p>
          <a:r>
            <a:rPr lang="en-US" sz="2800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Mục</a:t>
          </a:r>
          <a:r>
            <a:rPr lang="en-US" sz="2800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tiêu</a:t>
          </a:r>
          <a:r>
            <a:rPr lang="en-US" sz="2800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va</a:t>
          </a:r>
          <a:r>
            <a:rPr lang="en-US" sz="2800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̀ </a:t>
          </a:r>
          <a:r>
            <a:rPr lang="en-US" sz="2800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nguồn</a:t>
          </a:r>
          <a:r>
            <a:rPr lang="en-US" sz="2800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lực</a:t>
          </a:r>
          <a:r>
            <a:rPr lang="en-US" sz="2800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của</a:t>
          </a:r>
          <a:r>
            <a:rPr lang="en-US" sz="2800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doanh</a:t>
          </a:r>
          <a:r>
            <a:rPr lang="en-US" sz="2800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b="1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nghiệp</a:t>
          </a:r>
          <a:endParaRPr lang="en-US" sz="2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CFFEC3E-6FC0-487A-B6CD-3C9408A20A8B}" type="parTrans" cxnId="{5D2DDB5C-D5C1-4B4C-9CB2-0DFB1B4F4DAC}">
      <dgm:prSet/>
      <dgm:spPr/>
      <dgm:t>
        <a:bodyPr/>
        <a:lstStyle/>
        <a:p>
          <a:endParaRPr lang="en-US"/>
        </a:p>
      </dgm:t>
    </dgm:pt>
    <dgm:pt modelId="{17039FCF-B707-45CE-A38E-DAF44B1A6E8E}" type="sibTrans" cxnId="{5D2DDB5C-D5C1-4B4C-9CB2-0DFB1B4F4DAC}">
      <dgm:prSet/>
      <dgm:spPr/>
      <dgm:t>
        <a:bodyPr/>
        <a:lstStyle/>
        <a:p>
          <a:endParaRPr lang="en-US"/>
        </a:p>
      </dgm:t>
    </dgm:pt>
    <dgm:pt modelId="{A722C991-0CBE-4F1E-AC13-5450A0B5BC3A}" type="pres">
      <dgm:prSet presAssocID="{CE8AE948-FDFD-4DD7-872E-837FDCBD5177}" presName="linear" presStyleCnt="0">
        <dgm:presLayoutVars>
          <dgm:dir/>
          <dgm:animLvl val="lvl"/>
          <dgm:resizeHandles val="exact"/>
        </dgm:presLayoutVars>
      </dgm:prSet>
      <dgm:spPr/>
    </dgm:pt>
    <dgm:pt modelId="{C28865B5-4F1D-4807-A46A-C6BD5BBEDCFE}" type="pres">
      <dgm:prSet presAssocID="{E5FDFF9A-3037-43D5-85B2-0B04C0CD4C75}" presName="parentLin" presStyleCnt="0"/>
      <dgm:spPr/>
    </dgm:pt>
    <dgm:pt modelId="{6FF102AC-DA0E-4057-B419-255D3CF935BB}" type="pres">
      <dgm:prSet presAssocID="{E5FDFF9A-3037-43D5-85B2-0B04C0CD4C75}" presName="parentLeftMargin" presStyleLbl="node1" presStyleIdx="0" presStyleCnt="3"/>
      <dgm:spPr/>
    </dgm:pt>
    <dgm:pt modelId="{9B96FB88-9376-4A73-B89C-5E81C0050EE8}" type="pres">
      <dgm:prSet presAssocID="{E5FDFF9A-3037-43D5-85B2-0B04C0CD4C75}" presName="parentText" presStyleLbl="node1" presStyleIdx="0" presStyleCnt="3" custScaleX="142997" custScaleY="450507">
        <dgm:presLayoutVars>
          <dgm:chMax val="0"/>
          <dgm:bulletEnabled val="1"/>
        </dgm:presLayoutVars>
      </dgm:prSet>
      <dgm:spPr/>
    </dgm:pt>
    <dgm:pt modelId="{6E9DB448-1E12-4D91-A9E8-50F27E71A54C}" type="pres">
      <dgm:prSet presAssocID="{E5FDFF9A-3037-43D5-85B2-0B04C0CD4C75}" presName="negativeSpace" presStyleCnt="0"/>
      <dgm:spPr/>
    </dgm:pt>
    <dgm:pt modelId="{8AEB525B-FC07-4A8F-B304-4428001EC2A0}" type="pres">
      <dgm:prSet presAssocID="{E5FDFF9A-3037-43D5-85B2-0B04C0CD4C75}" presName="childText" presStyleLbl="conFgAcc1" presStyleIdx="0" presStyleCnt="3">
        <dgm:presLayoutVars>
          <dgm:bulletEnabled val="1"/>
        </dgm:presLayoutVars>
      </dgm:prSet>
      <dgm:spPr/>
    </dgm:pt>
    <dgm:pt modelId="{BC88C02A-7115-4F5A-A370-2ED694A44FD4}" type="pres">
      <dgm:prSet presAssocID="{8201E28E-51B0-4DA0-8B59-3B8484596D6C}" presName="spaceBetweenRectangles" presStyleCnt="0"/>
      <dgm:spPr/>
    </dgm:pt>
    <dgm:pt modelId="{1B6994B9-65D9-4372-9AFA-E5D474D7ADAF}" type="pres">
      <dgm:prSet presAssocID="{D8AFE608-C7F2-49F6-A73F-ED72CB98F4F9}" presName="parentLin" presStyleCnt="0"/>
      <dgm:spPr/>
    </dgm:pt>
    <dgm:pt modelId="{E8DFA1BE-85AA-4F54-B729-2D8166D38BFA}" type="pres">
      <dgm:prSet presAssocID="{D8AFE608-C7F2-49F6-A73F-ED72CB98F4F9}" presName="parentLeftMargin" presStyleLbl="node1" presStyleIdx="0" presStyleCnt="3"/>
      <dgm:spPr/>
    </dgm:pt>
    <dgm:pt modelId="{9ED4C372-A360-4315-A14F-412C11B6E5DC}" type="pres">
      <dgm:prSet presAssocID="{D8AFE608-C7F2-49F6-A73F-ED72CB98F4F9}" presName="parentText" presStyleLbl="node1" presStyleIdx="1" presStyleCnt="3" custScaleX="138561" custScaleY="385065">
        <dgm:presLayoutVars>
          <dgm:chMax val="0"/>
          <dgm:bulletEnabled val="1"/>
        </dgm:presLayoutVars>
      </dgm:prSet>
      <dgm:spPr/>
    </dgm:pt>
    <dgm:pt modelId="{C3E36467-293A-48AD-B07E-36258660FF51}" type="pres">
      <dgm:prSet presAssocID="{D8AFE608-C7F2-49F6-A73F-ED72CB98F4F9}" presName="negativeSpace" presStyleCnt="0"/>
      <dgm:spPr/>
    </dgm:pt>
    <dgm:pt modelId="{8477A8F9-FC64-44B8-AD0A-EFE59ADF5BAC}" type="pres">
      <dgm:prSet presAssocID="{D8AFE608-C7F2-49F6-A73F-ED72CB98F4F9}" presName="childText" presStyleLbl="conFgAcc1" presStyleIdx="1" presStyleCnt="3">
        <dgm:presLayoutVars>
          <dgm:bulletEnabled val="1"/>
        </dgm:presLayoutVars>
      </dgm:prSet>
      <dgm:spPr/>
    </dgm:pt>
    <dgm:pt modelId="{42BE687D-97C6-4E92-98D2-8C83621E9D5C}" type="pres">
      <dgm:prSet presAssocID="{F3957546-7195-45B8-827E-44D840A7596C}" presName="spaceBetweenRectangles" presStyleCnt="0"/>
      <dgm:spPr/>
    </dgm:pt>
    <dgm:pt modelId="{0D0CBBEE-FF0C-465A-909D-62B51EE28357}" type="pres">
      <dgm:prSet presAssocID="{6CD50148-7D73-42B2-B5CB-38403C325120}" presName="parentLin" presStyleCnt="0"/>
      <dgm:spPr/>
    </dgm:pt>
    <dgm:pt modelId="{430D6FAD-3860-4574-8729-D23943B9CB2B}" type="pres">
      <dgm:prSet presAssocID="{6CD50148-7D73-42B2-B5CB-38403C325120}" presName="parentLeftMargin" presStyleLbl="node1" presStyleIdx="1" presStyleCnt="3"/>
      <dgm:spPr/>
    </dgm:pt>
    <dgm:pt modelId="{BD0F520D-3728-4136-BC94-177FE4D918A8}" type="pres">
      <dgm:prSet presAssocID="{6CD50148-7D73-42B2-B5CB-38403C325120}" presName="parentText" presStyleLbl="node1" presStyleIdx="2" presStyleCnt="3" custScaleX="142787" custScaleY="369757">
        <dgm:presLayoutVars>
          <dgm:chMax val="0"/>
          <dgm:bulletEnabled val="1"/>
        </dgm:presLayoutVars>
      </dgm:prSet>
      <dgm:spPr/>
    </dgm:pt>
    <dgm:pt modelId="{7FE8EDF2-632A-4D6B-B747-6372F02CB5C7}" type="pres">
      <dgm:prSet presAssocID="{6CD50148-7D73-42B2-B5CB-38403C325120}" presName="negativeSpace" presStyleCnt="0"/>
      <dgm:spPr/>
    </dgm:pt>
    <dgm:pt modelId="{C36625D0-D1C7-425F-B6AE-2440D0906475}" type="pres">
      <dgm:prSet presAssocID="{6CD50148-7D73-42B2-B5CB-38403C325120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6B390527-0B05-4B26-9ED0-69DF17427499}" type="presOf" srcId="{CE8AE948-FDFD-4DD7-872E-837FDCBD5177}" destId="{A722C991-0CBE-4F1E-AC13-5450A0B5BC3A}" srcOrd="0" destOrd="0" presId="urn:microsoft.com/office/officeart/2005/8/layout/list1"/>
    <dgm:cxn modelId="{0BF3E130-224C-4B3A-8A37-2F64A0D5BE78}" type="presOf" srcId="{E5FDFF9A-3037-43D5-85B2-0B04C0CD4C75}" destId="{9B96FB88-9376-4A73-B89C-5E81C0050EE8}" srcOrd="1" destOrd="0" presId="urn:microsoft.com/office/officeart/2005/8/layout/list1"/>
    <dgm:cxn modelId="{204D123A-B4B7-4D7A-9D16-C0FD63D90892}" type="presOf" srcId="{6CD50148-7D73-42B2-B5CB-38403C325120}" destId="{BD0F520D-3728-4136-BC94-177FE4D918A8}" srcOrd="1" destOrd="0" presId="urn:microsoft.com/office/officeart/2005/8/layout/list1"/>
    <dgm:cxn modelId="{5D2DDB5C-D5C1-4B4C-9CB2-0DFB1B4F4DAC}" srcId="{CE8AE948-FDFD-4DD7-872E-837FDCBD5177}" destId="{6CD50148-7D73-42B2-B5CB-38403C325120}" srcOrd="2" destOrd="0" parTransId="{4CFFEC3E-6FC0-487A-B6CD-3C9408A20A8B}" sibTransId="{17039FCF-B707-45CE-A38E-DAF44B1A6E8E}"/>
    <dgm:cxn modelId="{E2EEF16C-3406-4026-AC92-2C93870C6B5B}" srcId="{CE8AE948-FDFD-4DD7-872E-837FDCBD5177}" destId="{E5FDFF9A-3037-43D5-85B2-0B04C0CD4C75}" srcOrd="0" destOrd="0" parTransId="{3FCD88BB-E3A7-40FB-9499-05A97233F295}" sibTransId="{8201E28E-51B0-4DA0-8B59-3B8484596D6C}"/>
    <dgm:cxn modelId="{20C39051-1F6B-4728-937A-F9DE74038D3E}" type="presOf" srcId="{6CD50148-7D73-42B2-B5CB-38403C325120}" destId="{430D6FAD-3860-4574-8729-D23943B9CB2B}" srcOrd="0" destOrd="0" presId="urn:microsoft.com/office/officeart/2005/8/layout/list1"/>
    <dgm:cxn modelId="{39940559-FAF4-4F8A-980C-CFB2B8A8B410}" type="presOf" srcId="{D8AFE608-C7F2-49F6-A73F-ED72CB98F4F9}" destId="{E8DFA1BE-85AA-4F54-B729-2D8166D38BFA}" srcOrd="0" destOrd="0" presId="urn:microsoft.com/office/officeart/2005/8/layout/list1"/>
    <dgm:cxn modelId="{FABBC295-6A0B-4720-A437-1141A3372703}" type="presOf" srcId="{E5FDFF9A-3037-43D5-85B2-0B04C0CD4C75}" destId="{6FF102AC-DA0E-4057-B419-255D3CF935BB}" srcOrd="0" destOrd="0" presId="urn:microsoft.com/office/officeart/2005/8/layout/list1"/>
    <dgm:cxn modelId="{09EDC59D-7145-4E1B-8B3C-3EA61C9F40E3}" type="presOf" srcId="{D8AFE608-C7F2-49F6-A73F-ED72CB98F4F9}" destId="{9ED4C372-A360-4315-A14F-412C11B6E5DC}" srcOrd="1" destOrd="0" presId="urn:microsoft.com/office/officeart/2005/8/layout/list1"/>
    <dgm:cxn modelId="{7F7BF1F3-2C3B-48B2-ADC5-E8EDFBCAB9DA}" srcId="{CE8AE948-FDFD-4DD7-872E-837FDCBD5177}" destId="{D8AFE608-C7F2-49F6-A73F-ED72CB98F4F9}" srcOrd="1" destOrd="0" parTransId="{CE67F54F-379C-4A7C-9B62-142707981923}" sibTransId="{F3957546-7195-45B8-827E-44D840A7596C}"/>
    <dgm:cxn modelId="{0A47CEF0-EEAE-4A1A-BD88-D6A74B070235}" type="presParOf" srcId="{A722C991-0CBE-4F1E-AC13-5450A0B5BC3A}" destId="{C28865B5-4F1D-4807-A46A-C6BD5BBEDCFE}" srcOrd="0" destOrd="0" presId="urn:microsoft.com/office/officeart/2005/8/layout/list1"/>
    <dgm:cxn modelId="{A899C283-131A-430F-9B89-678555454906}" type="presParOf" srcId="{C28865B5-4F1D-4807-A46A-C6BD5BBEDCFE}" destId="{6FF102AC-DA0E-4057-B419-255D3CF935BB}" srcOrd="0" destOrd="0" presId="urn:microsoft.com/office/officeart/2005/8/layout/list1"/>
    <dgm:cxn modelId="{550DCDAF-E6D4-4B32-BD70-0825AB67D37F}" type="presParOf" srcId="{C28865B5-4F1D-4807-A46A-C6BD5BBEDCFE}" destId="{9B96FB88-9376-4A73-B89C-5E81C0050EE8}" srcOrd="1" destOrd="0" presId="urn:microsoft.com/office/officeart/2005/8/layout/list1"/>
    <dgm:cxn modelId="{BD2CBAA7-320B-4E62-96DC-394F207F0B25}" type="presParOf" srcId="{A722C991-0CBE-4F1E-AC13-5450A0B5BC3A}" destId="{6E9DB448-1E12-4D91-A9E8-50F27E71A54C}" srcOrd="1" destOrd="0" presId="urn:microsoft.com/office/officeart/2005/8/layout/list1"/>
    <dgm:cxn modelId="{6C716760-C186-4C2B-856B-BA6C2987E799}" type="presParOf" srcId="{A722C991-0CBE-4F1E-AC13-5450A0B5BC3A}" destId="{8AEB525B-FC07-4A8F-B304-4428001EC2A0}" srcOrd="2" destOrd="0" presId="urn:microsoft.com/office/officeart/2005/8/layout/list1"/>
    <dgm:cxn modelId="{09FC4775-C213-4AFC-B053-1A5D90BC9546}" type="presParOf" srcId="{A722C991-0CBE-4F1E-AC13-5450A0B5BC3A}" destId="{BC88C02A-7115-4F5A-A370-2ED694A44FD4}" srcOrd="3" destOrd="0" presId="urn:microsoft.com/office/officeart/2005/8/layout/list1"/>
    <dgm:cxn modelId="{0D474918-894C-4F0B-BA45-8A1057F9CFDD}" type="presParOf" srcId="{A722C991-0CBE-4F1E-AC13-5450A0B5BC3A}" destId="{1B6994B9-65D9-4372-9AFA-E5D474D7ADAF}" srcOrd="4" destOrd="0" presId="urn:microsoft.com/office/officeart/2005/8/layout/list1"/>
    <dgm:cxn modelId="{33FA12BF-FF18-4780-A3F2-0A72152BE018}" type="presParOf" srcId="{1B6994B9-65D9-4372-9AFA-E5D474D7ADAF}" destId="{E8DFA1BE-85AA-4F54-B729-2D8166D38BFA}" srcOrd="0" destOrd="0" presId="urn:microsoft.com/office/officeart/2005/8/layout/list1"/>
    <dgm:cxn modelId="{5A5E3BBA-82CA-4FBD-A543-CA186507655C}" type="presParOf" srcId="{1B6994B9-65D9-4372-9AFA-E5D474D7ADAF}" destId="{9ED4C372-A360-4315-A14F-412C11B6E5DC}" srcOrd="1" destOrd="0" presId="urn:microsoft.com/office/officeart/2005/8/layout/list1"/>
    <dgm:cxn modelId="{5E90C03C-5F1D-4F8F-A84E-4DDBA5A8D203}" type="presParOf" srcId="{A722C991-0CBE-4F1E-AC13-5450A0B5BC3A}" destId="{C3E36467-293A-48AD-B07E-36258660FF51}" srcOrd="5" destOrd="0" presId="urn:microsoft.com/office/officeart/2005/8/layout/list1"/>
    <dgm:cxn modelId="{94528EAF-2074-40FE-96D3-7AA912B1643E}" type="presParOf" srcId="{A722C991-0CBE-4F1E-AC13-5450A0B5BC3A}" destId="{8477A8F9-FC64-44B8-AD0A-EFE59ADF5BAC}" srcOrd="6" destOrd="0" presId="urn:microsoft.com/office/officeart/2005/8/layout/list1"/>
    <dgm:cxn modelId="{ED4DA5CA-B376-46A7-932C-6C5C4DBC9895}" type="presParOf" srcId="{A722C991-0CBE-4F1E-AC13-5450A0B5BC3A}" destId="{42BE687D-97C6-4E92-98D2-8C83621E9D5C}" srcOrd="7" destOrd="0" presId="urn:microsoft.com/office/officeart/2005/8/layout/list1"/>
    <dgm:cxn modelId="{734AE7CE-78DD-4EBE-BC87-CE394697F34A}" type="presParOf" srcId="{A722C991-0CBE-4F1E-AC13-5450A0B5BC3A}" destId="{0D0CBBEE-FF0C-465A-909D-62B51EE28357}" srcOrd="8" destOrd="0" presId="urn:microsoft.com/office/officeart/2005/8/layout/list1"/>
    <dgm:cxn modelId="{0443E128-716F-4C95-BF83-AD3CFFB1A7FF}" type="presParOf" srcId="{0D0CBBEE-FF0C-465A-909D-62B51EE28357}" destId="{430D6FAD-3860-4574-8729-D23943B9CB2B}" srcOrd="0" destOrd="0" presId="urn:microsoft.com/office/officeart/2005/8/layout/list1"/>
    <dgm:cxn modelId="{F7A6D37B-633D-47E1-941B-3D1A7BD95AA7}" type="presParOf" srcId="{0D0CBBEE-FF0C-465A-909D-62B51EE28357}" destId="{BD0F520D-3728-4136-BC94-177FE4D918A8}" srcOrd="1" destOrd="0" presId="urn:microsoft.com/office/officeart/2005/8/layout/list1"/>
    <dgm:cxn modelId="{FA0668AE-309E-4F5C-ADBB-6E55DE3FE8D0}" type="presParOf" srcId="{A722C991-0CBE-4F1E-AC13-5450A0B5BC3A}" destId="{7FE8EDF2-632A-4D6B-B747-6372F02CB5C7}" srcOrd="9" destOrd="0" presId="urn:microsoft.com/office/officeart/2005/8/layout/list1"/>
    <dgm:cxn modelId="{DBC06BFC-F6BC-487B-8A53-766F0E4182B5}" type="presParOf" srcId="{A722C991-0CBE-4F1E-AC13-5450A0B5BC3A}" destId="{C36625D0-D1C7-425F-B6AE-2440D0906475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DBAD018-0EB2-466C-8AB1-88606E9383D8}" type="doc">
      <dgm:prSet loTypeId="urn:microsoft.com/office/officeart/2005/8/layout/cycle4#1" loCatId="cycle" qsTypeId="urn:microsoft.com/office/officeart/2005/8/quickstyle/simple1" qsCatId="simple" csTypeId="urn:microsoft.com/office/officeart/2005/8/colors/colorful1#1" csCatId="colorful" phldr="1"/>
      <dgm:spPr/>
      <dgm:t>
        <a:bodyPr/>
        <a:lstStyle/>
        <a:p>
          <a:endParaRPr lang="en-US"/>
        </a:p>
      </dgm:t>
    </dgm:pt>
    <dgm:pt modelId="{89219CB0-8323-4FA7-B0AF-D57F2CB1AEBB}">
      <dgm:prSet phldrT="[Text]"/>
      <dgm:spPr/>
      <dgm:t>
        <a:bodyPr/>
        <a:lstStyle/>
        <a:p>
          <a:r>
            <a:rPr lang="en-US" dirty="0"/>
            <a:t>Sony</a:t>
          </a:r>
        </a:p>
      </dgm:t>
    </dgm:pt>
    <dgm:pt modelId="{BDDA90FE-0CBD-4BA9-8923-AC062ABE6E8D}" type="parTrans" cxnId="{068745CD-0703-4307-A384-B553E3CAC067}">
      <dgm:prSet/>
      <dgm:spPr/>
      <dgm:t>
        <a:bodyPr/>
        <a:lstStyle/>
        <a:p>
          <a:endParaRPr lang="en-US"/>
        </a:p>
      </dgm:t>
    </dgm:pt>
    <dgm:pt modelId="{C53B4D3D-CC74-4F94-B7F6-925BD561B4EE}" type="sibTrans" cxnId="{068745CD-0703-4307-A384-B553E3CAC067}">
      <dgm:prSet/>
      <dgm:spPr/>
      <dgm:t>
        <a:bodyPr/>
        <a:lstStyle/>
        <a:p>
          <a:endParaRPr lang="en-US"/>
        </a:p>
      </dgm:t>
    </dgm:pt>
    <dgm:pt modelId="{7303FC0A-5FCF-48EB-BCD3-0CBE7AF8B619}">
      <dgm:prSet phldrT="[Text]"/>
      <dgm:spPr/>
      <dgm:t>
        <a:bodyPr/>
        <a:lstStyle/>
        <a:p>
          <a:r>
            <a:rPr lang="en-US" dirty="0" err="1"/>
            <a:t>Tốt</a:t>
          </a:r>
          <a:r>
            <a:rPr lang="en-US" dirty="0"/>
            <a:t> </a:t>
          </a:r>
          <a:r>
            <a:rPr lang="en-US" dirty="0" err="1"/>
            <a:t>hơn</a:t>
          </a:r>
          <a:endParaRPr lang="en-US" dirty="0"/>
        </a:p>
      </dgm:t>
    </dgm:pt>
    <dgm:pt modelId="{A988F15A-3400-4587-8161-47E303419EF2}" type="parTrans" cxnId="{79EF4EB6-8124-4060-95FF-23F77D3F245F}">
      <dgm:prSet/>
      <dgm:spPr/>
      <dgm:t>
        <a:bodyPr/>
        <a:lstStyle/>
        <a:p>
          <a:endParaRPr lang="en-US"/>
        </a:p>
      </dgm:t>
    </dgm:pt>
    <dgm:pt modelId="{DBA49B64-AF98-499D-8438-332DFA22FE58}" type="sibTrans" cxnId="{79EF4EB6-8124-4060-95FF-23F77D3F245F}">
      <dgm:prSet/>
      <dgm:spPr/>
      <dgm:t>
        <a:bodyPr/>
        <a:lstStyle/>
        <a:p>
          <a:endParaRPr lang="en-US"/>
        </a:p>
      </dgm:t>
    </dgm:pt>
    <dgm:pt modelId="{75D3C49F-2789-4CCD-A208-380AA5481587}">
      <dgm:prSet phldrT="[Text]"/>
      <dgm:spPr/>
      <dgm:t>
        <a:bodyPr/>
        <a:lstStyle/>
        <a:p>
          <a:r>
            <a:rPr lang="en-US" dirty="0"/>
            <a:t>Apple</a:t>
          </a:r>
        </a:p>
      </dgm:t>
    </dgm:pt>
    <dgm:pt modelId="{9BC6E6AF-2397-4935-A92B-A4F1568BF88F}" type="parTrans" cxnId="{6CE13FFC-9FCC-444A-A134-6CD1DEF7E326}">
      <dgm:prSet/>
      <dgm:spPr/>
      <dgm:t>
        <a:bodyPr/>
        <a:lstStyle/>
        <a:p>
          <a:endParaRPr lang="en-US"/>
        </a:p>
      </dgm:t>
    </dgm:pt>
    <dgm:pt modelId="{97EB9293-DA87-49B5-BF2E-9C451BA183A6}" type="sibTrans" cxnId="{6CE13FFC-9FCC-444A-A134-6CD1DEF7E326}">
      <dgm:prSet/>
      <dgm:spPr/>
      <dgm:t>
        <a:bodyPr/>
        <a:lstStyle/>
        <a:p>
          <a:endParaRPr lang="en-US"/>
        </a:p>
      </dgm:t>
    </dgm:pt>
    <dgm:pt modelId="{DDFEB8C6-D763-4AD9-8D6D-8EC98CD5CF21}">
      <dgm:prSet phldrT="[Text]"/>
      <dgm:spPr/>
      <dgm:t>
        <a:bodyPr/>
        <a:lstStyle/>
        <a:p>
          <a:r>
            <a:rPr lang="en-US" dirty="0" err="1"/>
            <a:t>Mới</a:t>
          </a:r>
          <a:r>
            <a:rPr lang="en-US" dirty="0"/>
            <a:t> </a:t>
          </a:r>
          <a:r>
            <a:rPr lang="en-US" dirty="0" err="1"/>
            <a:t>hơn</a:t>
          </a:r>
          <a:endParaRPr lang="en-US" dirty="0"/>
        </a:p>
      </dgm:t>
    </dgm:pt>
    <dgm:pt modelId="{9F59494C-45E1-4696-8717-114FDEBE90E2}" type="parTrans" cxnId="{A31CF662-6661-4751-B49C-B77B61DE89F6}">
      <dgm:prSet/>
      <dgm:spPr/>
      <dgm:t>
        <a:bodyPr/>
        <a:lstStyle/>
        <a:p>
          <a:endParaRPr lang="en-US"/>
        </a:p>
      </dgm:t>
    </dgm:pt>
    <dgm:pt modelId="{257ECE59-7C76-4DE3-890C-A90A1428CD94}" type="sibTrans" cxnId="{A31CF662-6661-4751-B49C-B77B61DE89F6}">
      <dgm:prSet/>
      <dgm:spPr/>
      <dgm:t>
        <a:bodyPr/>
        <a:lstStyle/>
        <a:p>
          <a:endParaRPr lang="en-US"/>
        </a:p>
      </dgm:t>
    </dgm:pt>
    <dgm:pt modelId="{278DC4A3-3293-4CF7-8659-F809DC68F822}">
      <dgm:prSet phldrT="[Text]"/>
      <dgm:spPr/>
      <dgm:t>
        <a:bodyPr/>
        <a:lstStyle/>
        <a:p>
          <a:r>
            <a:rPr lang="en-US" dirty="0"/>
            <a:t>Mc </a:t>
          </a:r>
          <a:r>
            <a:rPr lang="en-US" dirty="0" err="1"/>
            <a:t>Donal</a:t>
          </a:r>
          <a:endParaRPr lang="en-US" dirty="0"/>
        </a:p>
      </dgm:t>
    </dgm:pt>
    <dgm:pt modelId="{105044C9-2DFC-4B73-AEAA-3F28D9084ED8}" type="parTrans" cxnId="{B3A9779F-BEA1-4DD8-8DBF-F25BDA1BFFD1}">
      <dgm:prSet/>
      <dgm:spPr/>
      <dgm:t>
        <a:bodyPr/>
        <a:lstStyle/>
        <a:p>
          <a:endParaRPr lang="en-US"/>
        </a:p>
      </dgm:t>
    </dgm:pt>
    <dgm:pt modelId="{C20D98EE-B889-4A94-AD4C-4D1CBEA8EEEA}" type="sibTrans" cxnId="{B3A9779F-BEA1-4DD8-8DBF-F25BDA1BFFD1}">
      <dgm:prSet/>
      <dgm:spPr/>
      <dgm:t>
        <a:bodyPr/>
        <a:lstStyle/>
        <a:p>
          <a:endParaRPr lang="en-US"/>
        </a:p>
      </dgm:t>
    </dgm:pt>
    <dgm:pt modelId="{E6DE3E99-73A6-43B2-BED8-446C77D2716D}">
      <dgm:prSet phldrT="[Text]"/>
      <dgm:spPr/>
      <dgm:t>
        <a:bodyPr/>
        <a:lstStyle/>
        <a:p>
          <a:r>
            <a:rPr lang="en-US" dirty="0" err="1"/>
            <a:t>Nhanh</a:t>
          </a:r>
          <a:r>
            <a:rPr lang="en-US" dirty="0"/>
            <a:t> </a:t>
          </a:r>
          <a:r>
            <a:rPr lang="en-US" dirty="0" err="1"/>
            <a:t>hơn</a:t>
          </a:r>
          <a:endParaRPr lang="en-US" dirty="0"/>
        </a:p>
      </dgm:t>
    </dgm:pt>
    <dgm:pt modelId="{A2038BBE-6566-4DE4-9E10-EFC53F1C922C}" type="parTrans" cxnId="{DE45689C-D133-4336-BD8B-F79331194F34}">
      <dgm:prSet/>
      <dgm:spPr/>
      <dgm:t>
        <a:bodyPr/>
        <a:lstStyle/>
        <a:p>
          <a:endParaRPr lang="en-US"/>
        </a:p>
      </dgm:t>
    </dgm:pt>
    <dgm:pt modelId="{8C95296D-7E0D-4A85-9497-972FAED69BFC}" type="sibTrans" cxnId="{DE45689C-D133-4336-BD8B-F79331194F34}">
      <dgm:prSet/>
      <dgm:spPr/>
      <dgm:t>
        <a:bodyPr/>
        <a:lstStyle/>
        <a:p>
          <a:endParaRPr lang="en-US"/>
        </a:p>
      </dgm:t>
    </dgm:pt>
    <dgm:pt modelId="{14460978-66B6-43A8-B477-2C95D77BBF50}">
      <dgm:prSet phldrT="[Text]"/>
      <dgm:spPr/>
      <dgm:t>
        <a:bodyPr/>
        <a:lstStyle/>
        <a:p>
          <a:r>
            <a:rPr lang="en-US" dirty="0" err="1"/>
            <a:t>Hàng</a:t>
          </a:r>
          <a:r>
            <a:rPr lang="en-US" dirty="0"/>
            <a:t> </a:t>
          </a:r>
          <a:r>
            <a:rPr lang="en-US" dirty="0" err="1"/>
            <a:t>Trung</a:t>
          </a:r>
          <a:r>
            <a:rPr lang="en-US" dirty="0"/>
            <a:t> </a:t>
          </a:r>
          <a:r>
            <a:rPr lang="en-US" dirty="0" err="1"/>
            <a:t>Quốc</a:t>
          </a:r>
          <a:endParaRPr lang="en-US" dirty="0"/>
        </a:p>
      </dgm:t>
    </dgm:pt>
    <dgm:pt modelId="{0C8ADBFC-2C4E-434E-AE4C-C32D9F243420}" type="parTrans" cxnId="{BE008091-22F7-4013-86BC-F116FF8DB71C}">
      <dgm:prSet/>
      <dgm:spPr/>
      <dgm:t>
        <a:bodyPr/>
        <a:lstStyle/>
        <a:p>
          <a:endParaRPr lang="en-US"/>
        </a:p>
      </dgm:t>
    </dgm:pt>
    <dgm:pt modelId="{C5802AD9-CCDC-4E5A-BBFA-398E6B76B9D0}" type="sibTrans" cxnId="{BE008091-22F7-4013-86BC-F116FF8DB71C}">
      <dgm:prSet/>
      <dgm:spPr/>
      <dgm:t>
        <a:bodyPr/>
        <a:lstStyle/>
        <a:p>
          <a:endParaRPr lang="en-US"/>
        </a:p>
      </dgm:t>
    </dgm:pt>
    <dgm:pt modelId="{07E35F5B-AD60-4B8D-88E1-A41CC8E52F27}">
      <dgm:prSet phldrT="[Text]"/>
      <dgm:spPr/>
      <dgm:t>
        <a:bodyPr/>
        <a:lstStyle/>
        <a:p>
          <a:r>
            <a:rPr lang="en-US" dirty="0" err="1"/>
            <a:t>Rẻ</a:t>
          </a:r>
          <a:r>
            <a:rPr lang="en-US" dirty="0"/>
            <a:t> </a:t>
          </a:r>
          <a:r>
            <a:rPr lang="en-US" dirty="0" err="1"/>
            <a:t>hơn</a:t>
          </a:r>
          <a:endParaRPr lang="en-US" dirty="0"/>
        </a:p>
      </dgm:t>
    </dgm:pt>
    <dgm:pt modelId="{384E30E2-B8F4-4D60-B472-EE333325100C}" type="parTrans" cxnId="{C80F057C-6877-463C-B86C-293F530A9C82}">
      <dgm:prSet/>
      <dgm:spPr/>
      <dgm:t>
        <a:bodyPr/>
        <a:lstStyle/>
        <a:p>
          <a:endParaRPr lang="en-US"/>
        </a:p>
      </dgm:t>
    </dgm:pt>
    <dgm:pt modelId="{CB5C5D00-4902-41AC-8BD3-0C28E68DBA84}" type="sibTrans" cxnId="{C80F057C-6877-463C-B86C-293F530A9C82}">
      <dgm:prSet/>
      <dgm:spPr/>
      <dgm:t>
        <a:bodyPr/>
        <a:lstStyle/>
        <a:p>
          <a:endParaRPr lang="en-US"/>
        </a:p>
      </dgm:t>
    </dgm:pt>
    <dgm:pt modelId="{CE169A4B-AD9B-451C-A1AE-A97AA28C6C49}" type="pres">
      <dgm:prSet presAssocID="{4DBAD018-0EB2-466C-8AB1-88606E9383D8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</dgm:pt>
    <dgm:pt modelId="{1A7BF5AF-CD5E-4C14-8DB0-44639F1A3E6C}" type="pres">
      <dgm:prSet presAssocID="{4DBAD018-0EB2-466C-8AB1-88606E9383D8}" presName="children" presStyleCnt="0"/>
      <dgm:spPr/>
    </dgm:pt>
    <dgm:pt modelId="{9BA59AE9-B1CB-4314-8160-5CB0CA907DBB}" type="pres">
      <dgm:prSet presAssocID="{4DBAD018-0EB2-466C-8AB1-88606E9383D8}" presName="child1group" presStyleCnt="0"/>
      <dgm:spPr/>
    </dgm:pt>
    <dgm:pt modelId="{DD42C304-FCA7-4DA9-ADA7-5D047006327A}" type="pres">
      <dgm:prSet presAssocID="{4DBAD018-0EB2-466C-8AB1-88606E9383D8}" presName="child1" presStyleLbl="bgAcc1" presStyleIdx="0" presStyleCnt="4"/>
      <dgm:spPr/>
    </dgm:pt>
    <dgm:pt modelId="{0441F3CA-5C86-4539-AF55-E7E9F4B1FD5F}" type="pres">
      <dgm:prSet presAssocID="{4DBAD018-0EB2-466C-8AB1-88606E9383D8}" presName="child1Text" presStyleLbl="bgAcc1" presStyleIdx="0" presStyleCnt="4">
        <dgm:presLayoutVars>
          <dgm:bulletEnabled val="1"/>
        </dgm:presLayoutVars>
      </dgm:prSet>
      <dgm:spPr/>
    </dgm:pt>
    <dgm:pt modelId="{805A0063-41B9-4047-8D76-2887833642E8}" type="pres">
      <dgm:prSet presAssocID="{4DBAD018-0EB2-466C-8AB1-88606E9383D8}" presName="child2group" presStyleCnt="0"/>
      <dgm:spPr/>
    </dgm:pt>
    <dgm:pt modelId="{D47622FB-AD60-4B99-B1D3-32EF405720CD}" type="pres">
      <dgm:prSet presAssocID="{4DBAD018-0EB2-466C-8AB1-88606E9383D8}" presName="child2" presStyleLbl="bgAcc1" presStyleIdx="1" presStyleCnt="4"/>
      <dgm:spPr/>
    </dgm:pt>
    <dgm:pt modelId="{74945C61-BB1C-476C-BBF1-FB1BD7CE52E4}" type="pres">
      <dgm:prSet presAssocID="{4DBAD018-0EB2-466C-8AB1-88606E9383D8}" presName="child2Text" presStyleLbl="bgAcc1" presStyleIdx="1" presStyleCnt="4">
        <dgm:presLayoutVars>
          <dgm:bulletEnabled val="1"/>
        </dgm:presLayoutVars>
      </dgm:prSet>
      <dgm:spPr/>
    </dgm:pt>
    <dgm:pt modelId="{0D143884-FC1D-418B-83D2-24DCC5ACCAA4}" type="pres">
      <dgm:prSet presAssocID="{4DBAD018-0EB2-466C-8AB1-88606E9383D8}" presName="child3group" presStyleCnt="0"/>
      <dgm:spPr/>
    </dgm:pt>
    <dgm:pt modelId="{EB49CF89-9CAA-4538-BF82-DB1AF1BC3517}" type="pres">
      <dgm:prSet presAssocID="{4DBAD018-0EB2-466C-8AB1-88606E9383D8}" presName="child3" presStyleLbl="bgAcc1" presStyleIdx="2" presStyleCnt="4"/>
      <dgm:spPr/>
    </dgm:pt>
    <dgm:pt modelId="{81335A0B-DAA6-49D1-BA4E-4E731F3B5055}" type="pres">
      <dgm:prSet presAssocID="{4DBAD018-0EB2-466C-8AB1-88606E9383D8}" presName="child3Text" presStyleLbl="bgAcc1" presStyleIdx="2" presStyleCnt="4">
        <dgm:presLayoutVars>
          <dgm:bulletEnabled val="1"/>
        </dgm:presLayoutVars>
      </dgm:prSet>
      <dgm:spPr/>
    </dgm:pt>
    <dgm:pt modelId="{F4B2CBD2-262A-4173-B529-BF1FAE198F58}" type="pres">
      <dgm:prSet presAssocID="{4DBAD018-0EB2-466C-8AB1-88606E9383D8}" presName="child4group" presStyleCnt="0"/>
      <dgm:spPr/>
    </dgm:pt>
    <dgm:pt modelId="{9BE84EFF-B5FA-4E53-9E5B-A4F99631C413}" type="pres">
      <dgm:prSet presAssocID="{4DBAD018-0EB2-466C-8AB1-88606E9383D8}" presName="child4" presStyleLbl="bgAcc1" presStyleIdx="3" presStyleCnt="4"/>
      <dgm:spPr/>
    </dgm:pt>
    <dgm:pt modelId="{7D262046-09C0-4364-9F7D-117D8922B294}" type="pres">
      <dgm:prSet presAssocID="{4DBAD018-0EB2-466C-8AB1-88606E9383D8}" presName="child4Text" presStyleLbl="bgAcc1" presStyleIdx="3" presStyleCnt="4">
        <dgm:presLayoutVars>
          <dgm:bulletEnabled val="1"/>
        </dgm:presLayoutVars>
      </dgm:prSet>
      <dgm:spPr/>
    </dgm:pt>
    <dgm:pt modelId="{95AED49D-B5F5-43B7-B21B-0F8491AF3617}" type="pres">
      <dgm:prSet presAssocID="{4DBAD018-0EB2-466C-8AB1-88606E9383D8}" presName="childPlaceholder" presStyleCnt="0"/>
      <dgm:spPr/>
    </dgm:pt>
    <dgm:pt modelId="{36045F82-A48E-4963-A35B-51505133D3AF}" type="pres">
      <dgm:prSet presAssocID="{4DBAD018-0EB2-466C-8AB1-88606E9383D8}" presName="circle" presStyleCnt="0"/>
      <dgm:spPr/>
    </dgm:pt>
    <dgm:pt modelId="{BC5AF8D6-1D25-4677-BAA9-AE3DF554AE4A}" type="pres">
      <dgm:prSet presAssocID="{4DBAD018-0EB2-466C-8AB1-88606E9383D8}" presName="quadrant1" presStyleLbl="node1" presStyleIdx="0" presStyleCnt="4">
        <dgm:presLayoutVars>
          <dgm:chMax val="1"/>
          <dgm:bulletEnabled val="1"/>
        </dgm:presLayoutVars>
      </dgm:prSet>
      <dgm:spPr/>
    </dgm:pt>
    <dgm:pt modelId="{94E515FB-7C5A-4B92-A152-56C82DF9DF72}" type="pres">
      <dgm:prSet presAssocID="{4DBAD018-0EB2-466C-8AB1-88606E9383D8}" presName="quadrant2" presStyleLbl="node1" presStyleIdx="1" presStyleCnt="4">
        <dgm:presLayoutVars>
          <dgm:chMax val="1"/>
          <dgm:bulletEnabled val="1"/>
        </dgm:presLayoutVars>
      </dgm:prSet>
      <dgm:spPr/>
    </dgm:pt>
    <dgm:pt modelId="{744D0430-5E6F-4CAC-A1E0-AFA2D0655213}" type="pres">
      <dgm:prSet presAssocID="{4DBAD018-0EB2-466C-8AB1-88606E9383D8}" presName="quadrant3" presStyleLbl="node1" presStyleIdx="2" presStyleCnt="4">
        <dgm:presLayoutVars>
          <dgm:chMax val="1"/>
          <dgm:bulletEnabled val="1"/>
        </dgm:presLayoutVars>
      </dgm:prSet>
      <dgm:spPr/>
    </dgm:pt>
    <dgm:pt modelId="{B51ACA0A-A813-4564-BF7E-5C9316E3D79D}" type="pres">
      <dgm:prSet presAssocID="{4DBAD018-0EB2-466C-8AB1-88606E9383D8}" presName="quadrant4" presStyleLbl="node1" presStyleIdx="3" presStyleCnt="4">
        <dgm:presLayoutVars>
          <dgm:chMax val="1"/>
          <dgm:bulletEnabled val="1"/>
        </dgm:presLayoutVars>
      </dgm:prSet>
      <dgm:spPr/>
    </dgm:pt>
    <dgm:pt modelId="{A0A937D7-3342-4EEB-9528-D368BFA0803B}" type="pres">
      <dgm:prSet presAssocID="{4DBAD018-0EB2-466C-8AB1-88606E9383D8}" presName="quadrantPlaceholder" presStyleCnt="0"/>
      <dgm:spPr/>
    </dgm:pt>
    <dgm:pt modelId="{9C78C346-B78C-4C00-8496-06A3BE565D84}" type="pres">
      <dgm:prSet presAssocID="{4DBAD018-0EB2-466C-8AB1-88606E9383D8}" presName="center1" presStyleLbl="fgShp" presStyleIdx="0" presStyleCnt="2"/>
      <dgm:spPr/>
    </dgm:pt>
    <dgm:pt modelId="{4B65315D-480E-484E-B325-E959EC19C74B}" type="pres">
      <dgm:prSet presAssocID="{4DBAD018-0EB2-466C-8AB1-88606E9383D8}" presName="center2" presStyleLbl="fgShp" presStyleIdx="1" presStyleCnt="2"/>
      <dgm:spPr/>
    </dgm:pt>
  </dgm:ptLst>
  <dgm:cxnLst>
    <dgm:cxn modelId="{A6621F0A-35AC-40BE-865C-A845F914675E}" type="presOf" srcId="{07E35F5B-AD60-4B8D-88E1-A41CC8E52F27}" destId="{9BE84EFF-B5FA-4E53-9E5B-A4F99631C413}" srcOrd="0" destOrd="0" presId="urn:microsoft.com/office/officeart/2005/8/layout/cycle4#1"/>
    <dgm:cxn modelId="{BD4BF317-B694-4137-A9EA-0B01620608AD}" type="presOf" srcId="{E6DE3E99-73A6-43B2-BED8-446C77D2716D}" destId="{EB49CF89-9CAA-4538-BF82-DB1AF1BC3517}" srcOrd="0" destOrd="0" presId="urn:microsoft.com/office/officeart/2005/8/layout/cycle4#1"/>
    <dgm:cxn modelId="{FC04F622-3DDD-4973-A22D-5EF0DECC6A5C}" type="presOf" srcId="{7303FC0A-5FCF-48EB-BCD3-0CBE7AF8B619}" destId="{DD42C304-FCA7-4DA9-ADA7-5D047006327A}" srcOrd="0" destOrd="0" presId="urn:microsoft.com/office/officeart/2005/8/layout/cycle4#1"/>
    <dgm:cxn modelId="{D9750424-2BEF-451F-AA43-305615D37818}" type="presOf" srcId="{07E35F5B-AD60-4B8D-88E1-A41CC8E52F27}" destId="{7D262046-09C0-4364-9F7D-117D8922B294}" srcOrd="1" destOrd="0" presId="urn:microsoft.com/office/officeart/2005/8/layout/cycle4#1"/>
    <dgm:cxn modelId="{0490175D-C384-42C8-82CF-D2BC41DF1A7C}" type="presOf" srcId="{14460978-66B6-43A8-B477-2C95D77BBF50}" destId="{B51ACA0A-A813-4564-BF7E-5C9316E3D79D}" srcOrd="0" destOrd="0" presId="urn:microsoft.com/office/officeart/2005/8/layout/cycle4#1"/>
    <dgm:cxn modelId="{A31CF662-6661-4751-B49C-B77B61DE89F6}" srcId="{75D3C49F-2789-4CCD-A208-380AA5481587}" destId="{DDFEB8C6-D763-4AD9-8D6D-8EC98CD5CF21}" srcOrd="0" destOrd="0" parTransId="{9F59494C-45E1-4696-8717-114FDEBE90E2}" sibTransId="{257ECE59-7C76-4DE3-890C-A90A1428CD94}"/>
    <dgm:cxn modelId="{1D2D3270-D6E4-4F26-8CE6-3FF693D78768}" type="presOf" srcId="{DDFEB8C6-D763-4AD9-8D6D-8EC98CD5CF21}" destId="{74945C61-BB1C-476C-BBF1-FB1BD7CE52E4}" srcOrd="1" destOrd="0" presId="urn:microsoft.com/office/officeart/2005/8/layout/cycle4#1"/>
    <dgm:cxn modelId="{695AB475-FDFA-4BF8-AE1A-BD22D12C4BD0}" type="presOf" srcId="{278DC4A3-3293-4CF7-8659-F809DC68F822}" destId="{744D0430-5E6F-4CAC-A1E0-AFA2D0655213}" srcOrd="0" destOrd="0" presId="urn:microsoft.com/office/officeart/2005/8/layout/cycle4#1"/>
    <dgm:cxn modelId="{C80F057C-6877-463C-B86C-293F530A9C82}" srcId="{14460978-66B6-43A8-B477-2C95D77BBF50}" destId="{07E35F5B-AD60-4B8D-88E1-A41CC8E52F27}" srcOrd="0" destOrd="0" parTransId="{384E30E2-B8F4-4D60-B472-EE333325100C}" sibTransId="{CB5C5D00-4902-41AC-8BD3-0C28E68DBA84}"/>
    <dgm:cxn modelId="{6C11027D-BA36-4BE6-9359-2E146514C1AF}" type="presOf" srcId="{4DBAD018-0EB2-466C-8AB1-88606E9383D8}" destId="{CE169A4B-AD9B-451C-A1AE-A97AA28C6C49}" srcOrd="0" destOrd="0" presId="urn:microsoft.com/office/officeart/2005/8/layout/cycle4#1"/>
    <dgm:cxn modelId="{BE008091-22F7-4013-86BC-F116FF8DB71C}" srcId="{4DBAD018-0EB2-466C-8AB1-88606E9383D8}" destId="{14460978-66B6-43A8-B477-2C95D77BBF50}" srcOrd="3" destOrd="0" parTransId="{0C8ADBFC-2C4E-434E-AE4C-C32D9F243420}" sibTransId="{C5802AD9-CCDC-4E5A-BBFA-398E6B76B9D0}"/>
    <dgm:cxn modelId="{353A7299-F716-4A3D-B046-AC4D2DC92B5A}" type="presOf" srcId="{89219CB0-8323-4FA7-B0AF-D57F2CB1AEBB}" destId="{BC5AF8D6-1D25-4677-BAA9-AE3DF554AE4A}" srcOrd="0" destOrd="0" presId="urn:microsoft.com/office/officeart/2005/8/layout/cycle4#1"/>
    <dgm:cxn modelId="{DE45689C-D133-4336-BD8B-F79331194F34}" srcId="{278DC4A3-3293-4CF7-8659-F809DC68F822}" destId="{E6DE3E99-73A6-43B2-BED8-446C77D2716D}" srcOrd="0" destOrd="0" parTransId="{A2038BBE-6566-4DE4-9E10-EFC53F1C922C}" sibTransId="{8C95296D-7E0D-4A85-9497-972FAED69BFC}"/>
    <dgm:cxn modelId="{B3A9779F-BEA1-4DD8-8DBF-F25BDA1BFFD1}" srcId="{4DBAD018-0EB2-466C-8AB1-88606E9383D8}" destId="{278DC4A3-3293-4CF7-8659-F809DC68F822}" srcOrd="2" destOrd="0" parTransId="{105044C9-2DFC-4B73-AEAA-3F28D9084ED8}" sibTransId="{C20D98EE-B889-4A94-AD4C-4D1CBEA8EEEA}"/>
    <dgm:cxn modelId="{79EF4EB6-8124-4060-95FF-23F77D3F245F}" srcId="{89219CB0-8323-4FA7-B0AF-D57F2CB1AEBB}" destId="{7303FC0A-5FCF-48EB-BCD3-0CBE7AF8B619}" srcOrd="0" destOrd="0" parTransId="{A988F15A-3400-4587-8161-47E303419EF2}" sibTransId="{DBA49B64-AF98-499D-8438-332DFA22FE58}"/>
    <dgm:cxn modelId="{B61793C2-8A4C-42DC-AAA1-08496053F1D0}" type="presOf" srcId="{7303FC0A-5FCF-48EB-BCD3-0CBE7AF8B619}" destId="{0441F3CA-5C86-4539-AF55-E7E9F4B1FD5F}" srcOrd="1" destOrd="0" presId="urn:microsoft.com/office/officeart/2005/8/layout/cycle4#1"/>
    <dgm:cxn modelId="{068745CD-0703-4307-A384-B553E3CAC067}" srcId="{4DBAD018-0EB2-466C-8AB1-88606E9383D8}" destId="{89219CB0-8323-4FA7-B0AF-D57F2CB1AEBB}" srcOrd="0" destOrd="0" parTransId="{BDDA90FE-0CBD-4BA9-8923-AC062ABE6E8D}" sibTransId="{C53B4D3D-CC74-4F94-B7F6-925BD561B4EE}"/>
    <dgm:cxn modelId="{083E28D7-884C-4A24-9054-50543A65AB7A}" type="presOf" srcId="{E6DE3E99-73A6-43B2-BED8-446C77D2716D}" destId="{81335A0B-DAA6-49D1-BA4E-4E731F3B5055}" srcOrd="1" destOrd="0" presId="urn:microsoft.com/office/officeart/2005/8/layout/cycle4#1"/>
    <dgm:cxn modelId="{E5EDE9E9-E48C-4112-A044-9354BDB57BAF}" type="presOf" srcId="{75D3C49F-2789-4CCD-A208-380AA5481587}" destId="{94E515FB-7C5A-4B92-A152-56C82DF9DF72}" srcOrd="0" destOrd="0" presId="urn:microsoft.com/office/officeart/2005/8/layout/cycle4#1"/>
    <dgm:cxn modelId="{291E65FB-6300-4970-867C-B66F7893EDFA}" type="presOf" srcId="{DDFEB8C6-D763-4AD9-8D6D-8EC98CD5CF21}" destId="{D47622FB-AD60-4B99-B1D3-32EF405720CD}" srcOrd="0" destOrd="0" presId="urn:microsoft.com/office/officeart/2005/8/layout/cycle4#1"/>
    <dgm:cxn modelId="{6CE13FFC-9FCC-444A-A134-6CD1DEF7E326}" srcId="{4DBAD018-0EB2-466C-8AB1-88606E9383D8}" destId="{75D3C49F-2789-4CCD-A208-380AA5481587}" srcOrd="1" destOrd="0" parTransId="{9BC6E6AF-2397-4935-A92B-A4F1568BF88F}" sibTransId="{97EB9293-DA87-49B5-BF2E-9C451BA183A6}"/>
    <dgm:cxn modelId="{302C2B5D-BA7B-45C0-9FD2-26BEE3BADB2F}" type="presParOf" srcId="{CE169A4B-AD9B-451C-A1AE-A97AA28C6C49}" destId="{1A7BF5AF-CD5E-4C14-8DB0-44639F1A3E6C}" srcOrd="0" destOrd="0" presId="urn:microsoft.com/office/officeart/2005/8/layout/cycle4#1"/>
    <dgm:cxn modelId="{EDB8D5BE-60AF-4F87-AC3A-03051222615A}" type="presParOf" srcId="{1A7BF5AF-CD5E-4C14-8DB0-44639F1A3E6C}" destId="{9BA59AE9-B1CB-4314-8160-5CB0CA907DBB}" srcOrd="0" destOrd="0" presId="urn:microsoft.com/office/officeart/2005/8/layout/cycle4#1"/>
    <dgm:cxn modelId="{F3179356-6F65-49F6-B261-9247AAEEEBF4}" type="presParOf" srcId="{9BA59AE9-B1CB-4314-8160-5CB0CA907DBB}" destId="{DD42C304-FCA7-4DA9-ADA7-5D047006327A}" srcOrd="0" destOrd="0" presId="urn:microsoft.com/office/officeart/2005/8/layout/cycle4#1"/>
    <dgm:cxn modelId="{4A072702-036E-4F1E-A359-961E9C77FE77}" type="presParOf" srcId="{9BA59AE9-B1CB-4314-8160-5CB0CA907DBB}" destId="{0441F3CA-5C86-4539-AF55-E7E9F4B1FD5F}" srcOrd="1" destOrd="0" presId="urn:microsoft.com/office/officeart/2005/8/layout/cycle4#1"/>
    <dgm:cxn modelId="{62EBCB14-EED0-452E-8747-F15E9D60CABF}" type="presParOf" srcId="{1A7BF5AF-CD5E-4C14-8DB0-44639F1A3E6C}" destId="{805A0063-41B9-4047-8D76-2887833642E8}" srcOrd="1" destOrd="0" presId="urn:microsoft.com/office/officeart/2005/8/layout/cycle4#1"/>
    <dgm:cxn modelId="{1120B0AA-AF89-43B4-8339-FD5213AA8EF9}" type="presParOf" srcId="{805A0063-41B9-4047-8D76-2887833642E8}" destId="{D47622FB-AD60-4B99-B1D3-32EF405720CD}" srcOrd="0" destOrd="0" presId="urn:microsoft.com/office/officeart/2005/8/layout/cycle4#1"/>
    <dgm:cxn modelId="{8C9DA04F-D12C-4795-A264-0BFB1571047F}" type="presParOf" srcId="{805A0063-41B9-4047-8D76-2887833642E8}" destId="{74945C61-BB1C-476C-BBF1-FB1BD7CE52E4}" srcOrd="1" destOrd="0" presId="urn:microsoft.com/office/officeart/2005/8/layout/cycle4#1"/>
    <dgm:cxn modelId="{734959E9-4AEB-42CF-B8DC-C769E69BD9B8}" type="presParOf" srcId="{1A7BF5AF-CD5E-4C14-8DB0-44639F1A3E6C}" destId="{0D143884-FC1D-418B-83D2-24DCC5ACCAA4}" srcOrd="2" destOrd="0" presId="urn:microsoft.com/office/officeart/2005/8/layout/cycle4#1"/>
    <dgm:cxn modelId="{87D17940-50C2-459F-8AE1-92B694478594}" type="presParOf" srcId="{0D143884-FC1D-418B-83D2-24DCC5ACCAA4}" destId="{EB49CF89-9CAA-4538-BF82-DB1AF1BC3517}" srcOrd="0" destOrd="0" presId="urn:microsoft.com/office/officeart/2005/8/layout/cycle4#1"/>
    <dgm:cxn modelId="{32DA4C3B-5308-40E6-8833-2CC8AD9FF74B}" type="presParOf" srcId="{0D143884-FC1D-418B-83D2-24DCC5ACCAA4}" destId="{81335A0B-DAA6-49D1-BA4E-4E731F3B5055}" srcOrd="1" destOrd="0" presId="urn:microsoft.com/office/officeart/2005/8/layout/cycle4#1"/>
    <dgm:cxn modelId="{794E6E89-B105-46A0-A254-5EE8C7C024CB}" type="presParOf" srcId="{1A7BF5AF-CD5E-4C14-8DB0-44639F1A3E6C}" destId="{F4B2CBD2-262A-4173-B529-BF1FAE198F58}" srcOrd="3" destOrd="0" presId="urn:microsoft.com/office/officeart/2005/8/layout/cycle4#1"/>
    <dgm:cxn modelId="{E95ADE5A-E4AF-4853-A798-EF96D374E35B}" type="presParOf" srcId="{F4B2CBD2-262A-4173-B529-BF1FAE198F58}" destId="{9BE84EFF-B5FA-4E53-9E5B-A4F99631C413}" srcOrd="0" destOrd="0" presId="urn:microsoft.com/office/officeart/2005/8/layout/cycle4#1"/>
    <dgm:cxn modelId="{643282B5-AF18-42E2-AAA8-293A8A2A82CC}" type="presParOf" srcId="{F4B2CBD2-262A-4173-B529-BF1FAE198F58}" destId="{7D262046-09C0-4364-9F7D-117D8922B294}" srcOrd="1" destOrd="0" presId="urn:microsoft.com/office/officeart/2005/8/layout/cycle4#1"/>
    <dgm:cxn modelId="{35F8AB84-CFCB-44CA-9DCA-B9D4CCAFE01A}" type="presParOf" srcId="{1A7BF5AF-CD5E-4C14-8DB0-44639F1A3E6C}" destId="{95AED49D-B5F5-43B7-B21B-0F8491AF3617}" srcOrd="4" destOrd="0" presId="urn:microsoft.com/office/officeart/2005/8/layout/cycle4#1"/>
    <dgm:cxn modelId="{5619AF1C-B9B2-459F-87A9-CC563C495546}" type="presParOf" srcId="{CE169A4B-AD9B-451C-A1AE-A97AA28C6C49}" destId="{36045F82-A48E-4963-A35B-51505133D3AF}" srcOrd="1" destOrd="0" presId="urn:microsoft.com/office/officeart/2005/8/layout/cycle4#1"/>
    <dgm:cxn modelId="{D1B32395-265B-4AAF-825D-C0AB021A85FA}" type="presParOf" srcId="{36045F82-A48E-4963-A35B-51505133D3AF}" destId="{BC5AF8D6-1D25-4677-BAA9-AE3DF554AE4A}" srcOrd="0" destOrd="0" presId="urn:microsoft.com/office/officeart/2005/8/layout/cycle4#1"/>
    <dgm:cxn modelId="{A34F19EC-A5EE-4977-9169-FB7E0BA12438}" type="presParOf" srcId="{36045F82-A48E-4963-A35B-51505133D3AF}" destId="{94E515FB-7C5A-4B92-A152-56C82DF9DF72}" srcOrd="1" destOrd="0" presId="urn:microsoft.com/office/officeart/2005/8/layout/cycle4#1"/>
    <dgm:cxn modelId="{40D4C79D-236A-4F3E-BB78-3AACAF9513C0}" type="presParOf" srcId="{36045F82-A48E-4963-A35B-51505133D3AF}" destId="{744D0430-5E6F-4CAC-A1E0-AFA2D0655213}" srcOrd="2" destOrd="0" presId="urn:microsoft.com/office/officeart/2005/8/layout/cycle4#1"/>
    <dgm:cxn modelId="{6FD5F154-D510-48B5-9DEF-5FD1DB9EB383}" type="presParOf" srcId="{36045F82-A48E-4963-A35B-51505133D3AF}" destId="{B51ACA0A-A813-4564-BF7E-5C9316E3D79D}" srcOrd="3" destOrd="0" presId="urn:microsoft.com/office/officeart/2005/8/layout/cycle4#1"/>
    <dgm:cxn modelId="{023235A3-26F1-4464-893B-15FBEA1B182F}" type="presParOf" srcId="{36045F82-A48E-4963-A35B-51505133D3AF}" destId="{A0A937D7-3342-4EEB-9528-D368BFA0803B}" srcOrd="4" destOrd="0" presId="urn:microsoft.com/office/officeart/2005/8/layout/cycle4#1"/>
    <dgm:cxn modelId="{D0B22FA9-2B7D-49BC-8C4C-F86DDCFE71D5}" type="presParOf" srcId="{CE169A4B-AD9B-451C-A1AE-A97AA28C6C49}" destId="{9C78C346-B78C-4C00-8496-06A3BE565D84}" srcOrd="2" destOrd="0" presId="urn:microsoft.com/office/officeart/2005/8/layout/cycle4#1"/>
    <dgm:cxn modelId="{BB9DBFC4-724C-461A-BE2C-3B5868C778C3}" type="presParOf" srcId="{CE169A4B-AD9B-451C-A1AE-A97AA28C6C49}" destId="{4B65315D-480E-484E-B325-E959EC19C74B}" srcOrd="3" destOrd="0" presId="urn:microsoft.com/office/officeart/2005/8/layout/cycle4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2B9E1C-FEC4-4E71-BB3C-18500AC743C5}">
      <dsp:nvSpPr>
        <dsp:cNvPr id="0" name=""/>
        <dsp:cNvSpPr/>
      </dsp:nvSpPr>
      <dsp:spPr>
        <a:xfrm>
          <a:off x="2627629" y="2068830"/>
          <a:ext cx="2528570" cy="2528570"/>
        </a:xfrm>
        <a:prstGeom prst="gear9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 err="1"/>
            <a:t>Có</a:t>
          </a:r>
          <a:r>
            <a:rPr lang="en-US" sz="2300" kern="1200" dirty="0"/>
            <a:t> </a:t>
          </a:r>
          <a:r>
            <a:rPr lang="en-US" sz="2300" kern="1200" dirty="0" err="1"/>
            <a:t>khả</a:t>
          </a:r>
          <a:r>
            <a:rPr lang="en-US" sz="2300" kern="1200" dirty="0"/>
            <a:t> </a:t>
          </a:r>
          <a:r>
            <a:rPr lang="en-US" sz="2300" kern="1200" dirty="0" err="1"/>
            <a:t>năng</a:t>
          </a:r>
          <a:r>
            <a:rPr lang="en-US" sz="2300" kern="1200" dirty="0"/>
            <a:t> </a:t>
          </a:r>
          <a:r>
            <a:rPr lang="en-US" sz="2300" kern="1200" dirty="0" err="1"/>
            <a:t>tiếp</a:t>
          </a:r>
          <a:r>
            <a:rPr lang="en-US" sz="2300" kern="1200" dirty="0"/>
            <a:t> </a:t>
          </a:r>
          <a:r>
            <a:rPr lang="en-US" sz="2300" kern="1200" dirty="0" err="1"/>
            <a:t>cận</a:t>
          </a:r>
          <a:endParaRPr lang="en-US" sz="2300" kern="1200" dirty="0"/>
        </a:p>
      </dsp:txBody>
      <dsp:txXfrm>
        <a:off x="3135984" y="2661135"/>
        <a:ext cx="1511860" cy="1299738"/>
      </dsp:txXfrm>
    </dsp:sp>
    <dsp:sp modelId="{EFC817EA-C6F2-4C9B-A9A3-C213CEC0A176}">
      <dsp:nvSpPr>
        <dsp:cNvPr id="0" name=""/>
        <dsp:cNvSpPr/>
      </dsp:nvSpPr>
      <dsp:spPr>
        <a:xfrm>
          <a:off x="1156461" y="1471168"/>
          <a:ext cx="1838960" cy="1838960"/>
        </a:xfrm>
        <a:prstGeom prst="gear6">
          <a:avLst/>
        </a:prstGeom>
        <a:solidFill>
          <a:schemeClr val="accent2">
            <a:hueOff val="-1482143"/>
            <a:satOff val="7100"/>
            <a:lumOff val="6569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Thu </a:t>
          </a:r>
          <a:r>
            <a:rPr lang="en-US" sz="2300" kern="1200" dirty="0" err="1"/>
            <a:t>nhập</a:t>
          </a:r>
          <a:endParaRPr lang="en-US" sz="2300" kern="1200" dirty="0"/>
        </a:p>
      </dsp:txBody>
      <dsp:txXfrm>
        <a:off x="1619425" y="1936930"/>
        <a:ext cx="913032" cy="907436"/>
      </dsp:txXfrm>
    </dsp:sp>
    <dsp:sp modelId="{8418B3C8-41D9-4C47-9942-5853824C0D82}">
      <dsp:nvSpPr>
        <dsp:cNvPr id="0" name=""/>
        <dsp:cNvSpPr/>
      </dsp:nvSpPr>
      <dsp:spPr>
        <a:xfrm rot="20700000">
          <a:off x="2186467" y="202473"/>
          <a:ext cx="1801805" cy="1801805"/>
        </a:xfrm>
        <a:prstGeom prst="gear6">
          <a:avLst/>
        </a:prstGeom>
        <a:solidFill>
          <a:schemeClr val="accent2">
            <a:hueOff val="-2964286"/>
            <a:satOff val="14200"/>
            <a:lumOff val="13137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 err="1"/>
            <a:t>Sự</a:t>
          </a:r>
          <a:r>
            <a:rPr lang="en-US" sz="2300" kern="1200" dirty="0"/>
            <a:t> </a:t>
          </a:r>
          <a:r>
            <a:rPr lang="en-US" sz="2300" kern="1200" dirty="0" err="1"/>
            <a:t>quan</a:t>
          </a:r>
          <a:r>
            <a:rPr lang="en-US" sz="2300" kern="1200" dirty="0"/>
            <a:t> </a:t>
          </a:r>
          <a:r>
            <a:rPr lang="en-US" sz="2300" kern="1200" dirty="0" err="1"/>
            <a:t>tâm</a:t>
          </a:r>
          <a:endParaRPr lang="en-US" sz="2300" kern="1200" dirty="0"/>
        </a:p>
      </dsp:txBody>
      <dsp:txXfrm rot="-20700000">
        <a:off x="2581656" y="597662"/>
        <a:ext cx="1011428" cy="1011428"/>
      </dsp:txXfrm>
    </dsp:sp>
    <dsp:sp modelId="{98CA9374-B44A-4D14-A341-71A9B6149EA6}">
      <dsp:nvSpPr>
        <dsp:cNvPr id="0" name=""/>
        <dsp:cNvSpPr/>
      </dsp:nvSpPr>
      <dsp:spPr>
        <a:xfrm>
          <a:off x="2437646" y="1684740"/>
          <a:ext cx="3236569" cy="3236569"/>
        </a:xfrm>
        <a:prstGeom prst="circularArrow">
          <a:avLst>
            <a:gd name="adj1" fmla="val 4687"/>
            <a:gd name="adj2" fmla="val 299029"/>
            <a:gd name="adj3" fmla="val 2525029"/>
            <a:gd name="adj4" fmla="val 15842314"/>
            <a:gd name="adj5" fmla="val 5469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EB7860-8168-4A00-AC9C-F9C27D2ED5F4}">
      <dsp:nvSpPr>
        <dsp:cNvPr id="0" name=""/>
        <dsp:cNvSpPr/>
      </dsp:nvSpPr>
      <dsp:spPr>
        <a:xfrm>
          <a:off x="830785" y="1062545"/>
          <a:ext cx="2351570" cy="2351570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solidFill>
          <a:schemeClr val="accent2">
            <a:hueOff val="-1482143"/>
            <a:satOff val="7100"/>
            <a:lumOff val="656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799A9F-CD5B-4338-9363-083EE28E8F84}">
      <dsp:nvSpPr>
        <dsp:cNvPr id="0" name=""/>
        <dsp:cNvSpPr/>
      </dsp:nvSpPr>
      <dsp:spPr>
        <a:xfrm>
          <a:off x="1769691" y="-193919"/>
          <a:ext cx="2535466" cy="2535466"/>
        </a:xfrm>
        <a:prstGeom prst="circularArrow">
          <a:avLst>
            <a:gd name="adj1" fmla="val 5984"/>
            <a:gd name="adj2" fmla="val 394124"/>
            <a:gd name="adj3" fmla="val 13313824"/>
            <a:gd name="adj4" fmla="val 10508221"/>
            <a:gd name="adj5" fmla="val 6981"/>
          </a:avLst>
        </a:prstGeom>
        <a:solidFill>
          <a:schemeClr val="accent2">
            <a:hueOff val="-2964286"/>
            <a:satOff val="14200"/>
            <a:lumOff val="13137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C25A4E-43C3-45F0-932D-FB203A34FCFE}">
      <dsp:nvSpPr>
        <dsp:cNvPr id="0" name=""/>
        <dsp:cNvSpPr/>
      </dsp:nvSpPr>
      <dsp:spPr>
        <a:xfrm rot="5400000">
          <a:off x="-213497" y="215670"/>
          <a:ext cx="1423319" cy="99632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1</a:t>
          </a:r>
        </a:p>
      </dsp:txBody>
      <dsp:txXfrm rot="-5400000">
        <a:off x="2" y="500334"/>
        <a:ext cx="996323" cy="426996"/>
      </dsp:txXfrm>
    </dsp:sp>
    <dsp:sp modelId="{B2F34D0C-01D7-4A06-BE10-7F01B934C3C4}">
      <dsp:nvSpPr>
        <dsp:cNvPr id="0" name=""/>
        <dsp:cNvSpPr/>
      </dsp:nvSpPr>
      <dsp:spPr>
        <a:xfrm rot="5400000">
          <a:off x="3209789" y="-2211293"/>
          <a:ext cx="925157" cy="535208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19050" rIns="19050" bIns="19050" numCol="1" spcCol="1270" anchor="ctr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Dư</a:t>
          </a:r>
          <a:r>
            <a:rPr lang="en-US" sz="3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̣ </a:t>
          </a:r>
          <a:r>
            <a:rPr lang="en-US" sz="3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đoán</a:t>
          </a:r>
          <a:r>
            <a:rPr lang="en-US" sz="3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nền</a:t>
          </a:r>
          <a:r>
            <a:rPr lang="en-US" sz="3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kinh</a:t>
          </a:r>
          <a:r>
            <a:rPr lang="en-US" sz="3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tế</a:t>
          </a:r>
          <a:r>
            <a:rPr lang="en-US" sz="3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vĩ </a:t>
          </a:r>
          <a:r>
            <a:rPr lang="en-US" sz="3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mô</a:t>
          </a:r>
          <a:endParaRPr lang="en-US" sz="3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996323" y="47335"/>
        <a:ext cx="5306927" cy="834833"/>
      </dsp:txXfrm>
    </dsp:sp>
    <dsp:sp modelId="{3A938EAE-534E-42C7-A0AF-D3262CC627E1}">
      <dsp:nvSpPr>
        <dsp:cNvPr id="0" name=""/>
        <dsp:cNvSpPr/>
      </dsp:nvSpPr>
      <dsp:spPr>
        <a:xfrm rot="5400000">
          <a:off x="-213497" y="1442556"/>
          <a:ext cx="1423319" cy="99632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2</a:t>
          </a:r>
        </a:p>
      </dsp:txBody>
      <dsp:txXfrm rot="-5400000">
        <a:off x="2" y="1727220"/>
        <a:ext cx="996323" cy="426996"/>
      </dsp:txXfrm>
    </dsp:sp>
    <dsp:sp modelId="{4F534D5B-398B-40F5-8E80-F50129EBF145}">
      <dsp:nvSpPr>
        <dsp:cNvPr id="0" name=""/>
        <dsp:cNvSpPr/>
      </dsp:nvSpPr>
      <dsp:spPr>
        <a:xfrm rot="5400000">
          <a:off x="3209789" y="-984407"/>
          <a:ext cx="925157" cy="535208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19050" rIns="19050" bIns="19050" numCol="1" spcCol="1270" anchor="ctr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Dư</a:t>
          </a:r>
          <a:r>
            <a:rPr lang="en-US" sz="3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̣ </a:t>
          </a:r>
          <a:r>
            <a:rPr lang="en-US" sz="3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đoán</a:t>
          </a:r>
          <a:r>
            <a:rPr lang="en-US" sz="3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cho </a:t>
          </a:r>
          <a:r>
            <a:rPr lang="en-US" sz="3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ngành</a:t>
          </a:r>
          <a:r>
            <a:rPr lang="en-US" sz="3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</a:p>
      </dsp:txBody>
      <dsp:txXfrm rot="-5400000">
        <a:off x="996323" y="1274221"/>
        <a:ext cx="5306927" cy="834833"/>
      </dsp:txXfrm>
    </dsp:sp>
    <dsp:sp modelId="{B1490DED-B22D-4985-A002-61BECAA16C9E}">
      <dsp:nvSpPr>
        <dsp:cNvPr id="0" name=""/>
        <dsp:cNvSpPr/>
      </dsp:nvSpPr>
      <dsp:spPr>
        <a:xfrm rot="5400000">
          <a:off x="-213497" y="2669443"/>
          <a:ext cx="1423319" cy="99632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3</a:t>
          </a:r>
        </a:p>
      </dsp:txBody>
      <dsp:txXfrm rot="-5400000">
        <a:off x="2" y="2954107"/>
        <a:ext cx="996323" cy="426996"/>
      </dsp:txXfrm>
    </dsp:sp>
    <dsp:sp modelId="{ACF4529D-8708-4CCF-9195-D8B2A0943CC4}">
      <dsp:nvSpPr>
        <dsp:cNvPr id="0" name=""/>
        <dsp:cNvSpPr/>
      </dsp:nvSpPr>
      <dsp:spPr>
        <a:xfrm rot="5400000">
          <a:off x="3209789" y="242479"/>
          <a:ext cx="925157" cy="535208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19050" rIns="19050" bIns="19050" numCol="1" spcCol="1270" anchor="ctr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Dư</a:t>
          </a:r>
          <a:r>
            <a:rPr lang="en-US" sz="3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̣ </a:t>
          </a:r>
          <a:r>
            <a:rPr lang="en-US" sz="3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đoán</a:t>
          </a:r>
          <a:r>
            <a:rPr lang="en-US" sz="3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doanh</a:t>
          </a:r>
          <a:r>
            <a:rPr lang="en-US" sz="3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sô</a:t>
          </a:r>
          <a:r>
            <a:rPr lang="en-US" sz="3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́ </a:t>
          </a:r>
          <a:r>
            <a:rPr lang="en-US" sz="3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của</a:t>
          </a:r>
          <a:r>
            <a:rPr lang="en-US" sz="3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doanh</a:t>
          </a:r>
          <a:r>
            <a:rPr lang="en-US" sz="3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nghiệp</a:t>
          </a:r>
          <a:endParaRPr lang="en-US" sz="3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996323" y="2501107"/>
        <a:ext cx="5306927" cy="83483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ED36B5-B283-42EB-A5B3-8AB6320F34E4}">
      <dsp:nvSpPr>
        <dsp:cNvPr id="0" name=""/>
        <dsp:cNvSpPr/>
      </dsp:nvSpPr>
      <dsp:spPr>
        <a:xfrm>
          <a:off x="264535" y="1283890"/>
          <a:ext cx="3851672" cy="385167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0689A6-B222-4093-B1EA-4DC9CFCAC229}">
      <dsp:nvSpPr>
        <dsp:cNvPr id="0" name=""/>
        <dsp:cNvSpPr/>
      </dsp:nvSpPr>
      <dsp:spPr>
        <a:xfrm>
          <a:off x="1053288" y="1988662"/>
          <a:ext cx="2311003" cy="231100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4AD33F-BA04-4D2B-A301-6DB8F0E1CB6F}">
      <dsp:nvSpPr>
        <dsp:cNvPr id="0" name=""/>
        <dsp:cNvSpPr/>
      </dsp:nvSpPr>
      <dsp:spPr>
        <a:xfrm>
          <a:off x="1805204" y="2824559"/>
          <a:ext cx="770334" cy="77033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DDB832-FACE-4808-BFB3-731019E6D768}">
      <dsp:nvSpPr>
        <dsp:cNvPr id="0" name=""/>
        <dsp:cNvSpPr/>
      </dsp:nvSpPr>
      <dsp:spPr>
        <a:xfrm>
          <a:off x="3731171" y="0"/>
          <a:ext cx="3979798" cy="11234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30480" rIns="30480" bIns="3048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Marketing </a:t>
          </a:r>
          <a:r>
            <a:rPr lang="en-US" sz="2400" kern="1200" dirty="0" err="1"/>
            <a:t>đại</a:t>
          </a:r>
          <a:r>
            <a:rPr lang="en-US" sz="2400" kern="1200" dirty="0"/>
            <a:t> </a:t>
          </a:r>
          <a:r>
            <a:rPr lang="en-US" sz="2400" kern="1200" dirty="0" err="1"/>
            <a:t>trà</a:t>
          </a:r>
          <a:r>
            <a:rPr lang="en-US" sz="2400" kern="1200" dirty="0"/>
            <a:t>: </a:t>
          </a:r>
          <a:r>
            <a:rPr lang="en-US" sz="2400" kern="1200" dirty="0" err="1"/>
            <a:t>sản</a:t>
          </a:r>
          <a:r>
            <a:rPr lang="en-US" sz="2400" kern="1200" dirty="0"/>
            <a:t> </a:t>
          </a:r>
          <a:r>
            <a:rPr lang="en-US" sz="2400" kern="1200" dirty="0" err="1"/>
            <a:t>xuất</a:t>
          </a:r>
          <a:r>
            <a:rPr lang="en-US" sz="2400" kern="1200" dirty="0"/>
            <a:t> </a:t>
          </a:r>
          <a:r>
            <a:rPr lang="en-US" sz="2400" kern="1200" dirty="0" err="1"/>
            <a:t>đại</a:t>
          </a:r>
          <a:r>
            <a:rPr lang="en-US" sz="2400" kern="1200" dirty="0"/>
            <a:t> </a:t>
          </a:r>
          <a:r>
            <a:rPr lang="en-US" sz="2400" kern="1200" dirty="0" err="1"/>
            <a:t>trà</a:t>
          </a:r>
          <a:r>
            <a:rPr lang="en-US" sz="2400" kern="1200" dirty="0"/>
            <a:t>, </a:t>
          </a:r>
          <a:r>
            <a:rPr lang="en-US" sz="2400" kern="1200" dirty="0" err="1"/>
            <a:t>phân</a:t>
          </a:r>
          <a:r>
            <a:rPr lang="en-US" sz="2400" kern="1200" dirty="0"/>
            <a:t> </a:t>
          </a:r>
          <a:r>
            <a:rPr lang="en-US" sz="2400" kern="1200" dirty="0" err="1"/>
            <a:t>phối</a:t>
          </a:r>
          <a:r>
            <a:rPr lang="en-US" sz="2400" kern="1200" dirty="0"/>
            <a:t> </a:t>
          </a:r>
          <a:r>
            <a:rPr lang="en-US" sz="2400" kern="1200" dirty="0" err="1"/>
            <a:t>đại</a:t>
          </a:r>
          <a:r>
            <a:rPr lang="en-US" sz="2400" kern="1200" dirty="0"/>
            <a:t> </a:t>
          </a:r>
          <a:r>
            <a:rPr lang="en-US" sz="2400" kern="1200" dirty="0" err="1"/>
            <a:t>trà</a:t>
          </a:r>
          <a:r>
            <a:rPr lang="en-US" sz="2400" kern="1200" dirty="0"/>
            <a:t>….</a:t>
          </a:r>
        </a:p>
      </dsp:txBody>
      <dsp:txXfrm>
        <a:off x="3731171" y="0"/>
        <a:ext cx="3979798" cy="1123404"/>
      </dsp:txXfrm>
    </dsp:sp>
    <dsp:sp modelId="{A7938B0C-B1A4-4863-862A-0E3F45FB13AA}">
      <dsp:nvSpPr>
        <dsp:cNvPr id="0" name=""/>
        <dsp:cNvSpPr/>
      </dsp:nvSpPr>
      <dsp:spPr>
        <a:xfrm>
          <a:off x="4276693" y="561702"/>
          <a:ext cx="48145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AE4520-ADAD-4C04-85A1-8B230BEBFFC5}">
      <dsp:nvSpPr>
        <dsp:cNvPr id="0" name=""/>
        <dsp:cNvSpPr/>
      </dsp:nvSpPr>
      <dsp:spPr>
        <a:xfrm rot="5400000">
          <a:off x="1908878" y="843837"/>
          <a:ext cx="2647382" cy="2084396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E431D8-A941-4391-82E1-CB1E687744C2}">
      <dsp:nvSpPr>
        <dsp:cNvPr id="0" name=""/>
        <dsp:cNvSpPr/>
      </dsp:nvSpPr>
      <dsp:spPr>
        <a:xfrm>
          <a:off x="3741612" y="1124022"/>
          <a:ext cx="4487987" cy="11234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30480" rIns="30480" bIns="3048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Marketing </a:t>
          </a:r>
          <a:r>
            <a:rPr lang="en-US" sz="2400" kern="1200" dirty="0" err="1"/>
            <a:t>đa</a:t>
          </a:r>
          <a:r>
            <a:rPr lang="en-US" sz="2400" kern="1200" dirty="0"/>
            <a:t> </a:t>
          </a:r>
          <a:r>
            <a:rPr lang="en-US" sz="2400" kern="1200" dirty="0" err="1"/>
            <a:t>dạng</a:t>
          </a:r>
          <a:r>
            <a:rPr lang="en-US" sz="2400" kern="1200" dirty="0"/>
            <a:t> </a:t>
          </a:r>
          <a:r>
            <a:rPr lang="en-US" sz="2400" kern="1200" dirty="0" err="1"/>
            <a:t>hóa</a:t>
          </a:r>
          <a:r>
            <a:rPr lang="en-US" sz="2400" kern="1200" dirty="0"/>
            <a:t> SP: </a:t>
          </a:r>
          <a:r>
            <a:rPr lang="en-US" sz="2400" kern="1200" dirty="0" err="1"/>
            <a:t>sx</a:t>
          </a:r>
          <a:r>
            <a:rPr lang="en-US" sz="2400" kern="1200" dirty="0"/>
            <a:t> SP </a:t>
          </a:r>
          <a:r>
            <a:rPr lang="en-US" sz="2400" kern="1200" dirty="0" err="1"/>
            <a:t>khác</a:t>
          </a:r>
          <a:r>
            <a:rPr lang="en-US" sz="2400" kern="1200" dirty="0"/>
            <a:t> </a:t>
          </a:r>
          <a:r>
            <a:rPr lang="en-US" sz="2400" kern="1200" dirty="0" err="1"/>
            <a:t>nhau</a:t>
          </a:r>
          <a:r>
            <a:rPr lang="en-US" sz="2400" kern="1200" dirty="0"/>
            <a:t> </a:t>
          </a:r>
          <a:r>
            <a:rPr lang="en-US" sz="2400" kern="1200" dirty="0" err="1"/>
            <a:t>để</a:t>
          </a:r>
          <a:r>
            <a:rPr lang="en-US" sz="2400" kern="1200" dirty="0"/>
            <a:t> </a:t>
          </a:r>
          <a:r>
            <a:rPr lang="en-US" sz="2400" kern="1200" dirty="0" err="1"/>
            <a:t>cung</a:t>
          </a:r>
          <a:r>
            <a:rPr lang="en-US" sz="2400" kern="1200" dirty="0"/>
            <a:t> </a:t>
          </a:r>
          <a:r>
            <a:rPr lang="en-US" sz="2400" kern="1200" dirty="0" err="1"/>
            <a:t>ứng</a:t>
          </a:r>
          <a:r>
            <a:rPr lang="en-US" sz="2400" kern="1200" dirty="0"/>
            <a:t> cho </a:t>
          </a:r>
          <a:r>
            <a:rPr lang="en-US" sz="2400" kern="1200" dirty="0" err="1"/>
            <a:t>tất</a:t>
          </a:r>
          <a:r>
            <a:rPr lang="en-US" sz="2400" kern="1200" dirty="0"/>
            <a:t> </a:t>
          </a:r>
          <a:r>
            <a:rPr lang="en-US" sz="2400" kern="1200" dirty="0" err="1"/>
            <a:t>cả</a:t>
          </a:r>
          <a:r>
            <a:rPr lang="en-US" sz="2400" kern="1200" dirty="0"/>
            <a:t> KH</a:t>
          </a:r>
        </a:p>
      </dsp:txBody>
      <dsp:txXfrm>
        <a:off x="3741612" y="1124022"/>
        <a:ext cx="4487987" cy="1123404"/>
      </dsp:txXfrm>
    </dsp:sp>
    <dsp:sp modelId="{52C626F5-4E15-4A8D-ADDD-3DABB5B76ACD}">
      <dsp:nvSpPr>
        <dsp:cNvPr id="0" name=""/>
        <dsp:cNvSpPr/>
      </dsp:nvSpPr>
      <dsp:spPr>
        <a:xfrm>
          <a:off x="4276693" y="1685106"/>
          <a:ext cx="48145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0862A2-CCA6-4BA1-A74D-E8D7699D8C94}">
      <dsp:nvSpPr>
        <dsp:cNvPr id="0" name=""/>
        <dsp:cNvSpPr/>
      </dsp:nvSpPr>
      <dsp:spPr>
        <a:xfrm rot="5400000">
          <a:off x="2477128" y="1949716"/>
          <a:ext cx="2062955" cy="1532323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7FF433-7F2D-4E24-8435-B92B29739180}">
      <dsp:nvSpPr>
        <dsp:cNvPr id="0" name=""/>
        <dsp:cNvSpPr/>
      </dsp:nvSpPr>
      <dsp:spPr>
        <a:xfrm>
          <a:off x="4052172" y="2507438"/>
          <a:ext cx="4177427" cy="11234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30480" rIns="30480" bIns="3048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Marketing </a:t>
          </a:r>
          <a:r>
            <a:rPr lang="en-US" sz="2400" kern="1200" dirty="0" err="1"/>
            <a:t>mục</a:t>
          </a:r>
          <a:r>
            <a:rPr lang="en-US" sz="2400" kern="1200" dirty="0"/>
            <a:t> </a:t>
          </a:r>
          <a:r>
            <a:rPr lang="en-US" sz="2400" kern="1200" dirty="0" err="1"/>
            <a:t>tiêu</a:t>
          </a:r>
          <a:r>
            <a:rPr lang="en-US" sz="2400" kern="1200" dirty="0"/>
            <a:t>: </a:t>
          </a:r>
          <a:r>
            <a:rPr lang="en-US" sz="2400" kern="1200" dirty="0" err="1"/>
            <a:t>sx</a:t>
          </a:r>
          <a:r>
            <a:rPr lang="en-US" sz="2400" kern="1200" dirty="0"/>
            <a:t> Sp </a:t>
          </a:r>
          <a:r>
            <a:rPr lang="en-US" sz="2400" kern="1200" dirty="0" err="1"/>
            <a:t>khác</a:t>
          </a:r>
          <a:r>
            <a:rPr lang="en-US" sz="2400" kern="1200" dirty="0"/>
            <a:t> </a:t>
          </a:r>
          <a:r>
            <a:rPr lang="en-US" sz="2400" kern="1200" dirty="0" err="1"/>
            <a:t>nhau</a:t>
          </a:r>
          <a:r>
            <a:rPr lang="en-US" sz="2400" kern="1200" dirty="0"/>
            <a:t> cho </a:t>
          </a:r>
          <a:r>
            <a:rPr lang="en-US" sz="2400" kern="1200" dirty="0" err="1"/>
            <a:t>những</a:t>
          </a:r>
          <a:r>
            <a:rPr lang="en-US" sz="2400" kern="1200" dirty="0"/>
            <a:t> </a:t>
          </a:r>
          <a:r>
            <a:rPr lang="en-US" sz="2400" kern="1200" dirty="0" err="1"/>
            <a:t>nhóm</a:t>
          </a:r>
          <a:r>
            <a:rPr lang="en-US" sz="2400" kern="1200" dirty="0"/>
            <a:t> </a:t>
          </a:r>
          <a:r>
            <a:rPr lang="en-US" sz="2400" kern="1200" dirty="0" err="1"/>
            <a:t>khách</a:t>
          </a:r>
          <a:r>
            <a:rPr lang="en-US" sz="2400" kern="1200" dirty="0"/>
            <a:t> </a:t>
          </a:r>
          <a:r>
            <a:rPr lang="en-US" sz="2400" kern="1200" dirty="0" err="1"/>
            <a:t>hàng</a:t>
          </a:r>
          <a:r>
            <a:rPr lang="en-US" sz="2400" kern="1200" dirty="0"/>
            <a:t> </a:t>
          </a:r>
          <a:r>
            <a:rPr lang="en-US" sz="2400" kern="1200" dirty="0" err="1"/>
            <a:t>khác</a:t>
          </a:r>
          <a:r>
            <a:rPr lang="en-US" sz="2400" kern="1200" dirty="0"/>
            <a:t> </a:t>
          </a:r>
          <a:r>
            <a:rPr lang="en-US" sz="2400" kern="1200" dirty="0" err="1"/>
            <a:t>nhau</a:t>
          </a:r>
          <a:endParaRPr lang="en-US" sz="2400" kern="1200" dirty="0"/>
        </a:p>
      </dsp:txBody>
      <dsp:txXfrm>
        <a:off x="4052172" y="2507438"/>
        <a:ext cx="4177427" cy="1123404"/>
      </dsp:txXfrm>
    </dsp:sp>
    <dsp:sp modelId="{972B417F-A902-4AB5-8A62-19D48C0429D1}">
      <dsp:nvSpPr>
        <dsp:cNvPr id="0" name=""/>
        <dsp:cNvSpPr/>
      </dsp:nvSpPr>
      <dsp:spPr>
        <a:xfrm>
          <a:off x="4276693" y="2808511"/>
          <a:ext cx="48145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AA17B9-3E4B-4827-AEA8-C629924FEF74}">
      <dsp:nvSpPr>
        <dsp:cNvPr id="0" name=""/>
        <dsp:cNvSpPr/>
      </dsp:nvSpPr>
      <dsp:spPr>
        <a:xfrm rot="5400000">
          <a:off x="3046084" y="3054697"/>
          <a:ext cx="1473906" cy="98025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91575F-6EFC-4325-9649-6495F5349BBB}">
      <dsp:nvSpPr>
        <dsp:cNvPr id="0" name=""/>
        <dsp:cNvSpPr/>
      </dsp:nvSpPr>
      <dsp:spPr>
        <a:xfrm>
          <a:off x="2093291" y="607391"/>
          <a:ext cx="4043017" cy="4043017"/>
        </a:xfrm>
        <a:prstGeom prst="blockArc">
          <a:avLst>
            <a:gd name="adj1" fmla="val 10800000"/>
            <a:gd name="adj2" fmla="val 16200000"/>
            <a:gd name="adj3" fmla="val 4644"/>
          </a:avLst>
        </a:prstGeom>
        <a:solidFill>
          <a:schemeClr val="accent2">
            <a:hueOff val="-2964286"/>
            <a:satOff val="14200"/>
            <a:lumOff val="13137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241064-24B5-4ECE-B953-C70C8598D260}">
      <dsp:nvSpPr>
        <dsp:cNvPr id="0" name=""/>
        <dsp:cNvSpPr/>
      </dsp:nvSpPr>
      <dsp:spPr>
        <a:xfrm>
          <a:off x="2093291" y="607391"/>
          <a:ext cx="4043017" cy="4043017"/>
        </a:xfrm>
        <a:prstGeom prst="blockArc">
          <a:avLst>
            <a:gd name="adj1" fmla="val 5400000"/>
            <a:gd name="adj2" fmla="val 10800000"/>
            <a:gd name="adj3" fmla="val 4644"/>
          </a:avLst>
        </a:prstGeom>
        <a:solidFill>
          <a:schemeClr val="accent2">
            <a:hueOff val="-1976191"/>
            <a:satOff val="9467"/>
            <a:lumOff val="875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DAC0DD-E8B3-46A2-AAE9-D9A088FDAC1B}">
      <dsp:nvSpPr>
        <dsp:cNvPr id="0" name=""/>
        <dsp:cNvSpPr/>
      </dsp:nvSpPr>
      <dsp:spPr>
        <a:xfrm>
          <a:off x="2093291" y="607391"/>
          <a:ext cx="4043017" cy="4043017"/>
        </a:xfrm>
        <a:prstGeom prst="blockArc">
          <a:avLst>
            <a:gd name="adj1" fmla="val 0"/>
            <a:gd name="adj2" fmla="val 5400000"/>
            <a:gd name="adj3" fmla="val 4644"/>
          </a:avLst>
        </a:prstGeom>
        <a:solidFill>
          <a:schemeClr val="accent2">
            <a:hueOff val="-988095"/>
            <a:satOff val="4733"/>
            <a:lumOff val="437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68D43E-B306-4C70-8242-7BA20F3FD8BA}">
      <dsp:nvSpPr>
        <dsp:cNvPr id="0" name=""/>
        <dsp:cNvSpPr/>
      </dsp:nvSpPr>
      <dsp:spPr>
        <a:xfrm>
          <a:off x="2093291" y="607391"/>
          <a:ext cx="4043017" cy="4043017"/>
        </a:xfrm>
        <a:prstGeom prst="blockArc">
          <a:avLst>
            <a:gd name="adj1" fmla="val 16200000"/>
            <a:gd name="adj2" fmla="val 0"/>
            <a:gd name="adj3" fmla="val 4644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34C8F8-8DF7-47A3-9688-BFC0D2300701}">
      <dsp:nvSpPr>
        <dsp:cNvPr id="0" name=""/>
        <dsp:cNvSpPr/>
      </dsp:nvSpPr>
      <dsp:spPr>
        <a:xfrm>
          <a:off x="3183545" y="1697645"/>
          <a:ext cx="1862509" cy="186250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6990" tIns="46990" rIns="46990" bIns="4699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 </a:t>
          </a:r>
          <a:r>
            <a:rPr lang="en-US" sz="3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4 </a:t>
          </a:r>
          <a:r>
            <a:rPr lang="en-US" sz="37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tiêu</a:t>
          </a:r>
          <a:r>
            <a:rPr lang="en-US" sz="3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7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thức</a:t>
          </a:r>
          <a:endParaRPr lang="en-US" sz="37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456303" y="1970403"/>
        <a:ext cx="1316993" cy="1316993"/>
      </dsp:txXfrm>
    </dsp:sp>
    <dsp:sp modelId="{F4DDF2C5-3E07-49CA-99F3-6AADB7EEE51A}">
      <dsp:nvSpPr>
        <dsp:cNvPr id="0" name=""/>
        <dsp:cNvSpPr/>
      </dsp:nvSpPr>
      <dsp:spPr>
        <a:xfrm>
          <a:off x="3462921" y="2448"/>
          <a:ext cx="1303756" cy="130375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Địa</a:t>
          </a: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8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lý</a:t>
          </a:r>
          <a:endParaRPr lang="en-US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653852" y="193379"/>
        <a:ext cx="921894" cy="921894"/>
      </dsp:txXfrm>
    </dsp:sp>
    <dsp:sp modelId="{E19EF1E8-1E0A-4D0E-B371-DD72DDC1672F}">
      <dsp:nvSpPr>
        <dsp:cNvPr id="0" name=""/>
        <dsp:cNvSpPr/>
      </dsp:nvSpPr>
      <dsp:spPr>
        <a:xfrm>
          <a:off x="5437495" y="1977021"/>
          <a:ext cx="1303756" cy="1303756"/>
        </a:xfrm>
        <a:prstGeom prst="ellipse">
          <a:avLst/>
        </a:prstGeom>
        <a:solidFill>
          <a:schemeClr val="accent2">
            <a:hueOff val="-988095"/>
            <a:satOff val="4733"/>
            <a:lumOff val="4379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Nhân</a:t>
          </a: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8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khẩu</a:t>
          </a: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8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học</a:t>
          </a:r>
          <a:endParaRPr lang="en-US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628426" y="2167952"/>
        <a:ext cx="921894" cy="921894"/>
      </dsp:txXfrm>
    </dsp:sp>
    <dsp:sp modelId="{E3294296-F092-48E3-92BD-C8302FF30511}">
      <dsp:nvSpPr>
        <dsp:cNvPr id="0" name=""/>
        <dsp:cNvSpPr/>
      </dsp:nvSpPr>
      <dsp:spPr>
        <a:xfrm>
          <a:off x="3462921" y="3951595"/>
          <a:ext cx="1303756" cy="1303756"/>
        </a:xfrm>
        <a:prstGeom prst="ellipse">
          <a:avLst/>
        </a:prstGeom>
        <a:solidFill>
          <a:schemeClr val="accent2">
            <a:hueOff val="-1976191"/>
            <a:satOff val="9467"/>
            <a:lumOff val="8758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Tâm</a:t>
          </a: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8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lý</a:t>
          </a:r>
          <a:endParaRPr lang="en-US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653852" y="4142526"/>
        <a:ext cx="921894" cy="921894"/>
      </dsp:txXfrm>
    </dsp:sp>
    <dsp:sp modelId="{98D5686A-2F42-4AFE-B335-C66800AE7A51}">
      <dsp:nvSpPr>
        <dsp:cNvPr id="0" name=""/>
        <dsp:cNvSpPr/>
      </dsp:nvSpPr>
      <dsp:spPr>
        <a:xfrm>
          <a:off x="1488348" y="1977021"/>
          <a:ext cx="1303756" cy="1303756"/>
        </a:xfrm>
        <a:prstGeom prst="ellipse">
          <a:avLst/>
        </a:prstGeom>
        <a:solidFill>
          <a:schemeClr val="accent2">
            <a:hueOff val="-2964286"/>
            <a:satOff val="14200"/>
            <a:lumOff val="13137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Cách</a:t>
          </a: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8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ứng</a:t>
          </a: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8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xử</a:t>
          </a: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(</a:t>
          </a:r>
          <a:r>
            <a:rPr lang="en-US" sz="18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hành</a:t>
          </a: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vi)</a:t>
          </a:r>
        </a:p>
      </dsp:txBody>
      <dsp:txXfrm>
        <a:off x="1679279" y="2167952"/>
        <a:ext cx="921894" cy="92189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EB525B-FC07-4A8F-B304-4428001EC2A0}">
      <dsp:nvSpPr>
        <dsp:cNvPr id="0" name=""/>
        <dsp:cNvSpPr/>
      </dsp:nvSpPr>
      <dsp:spPr>
        <a:xfrm>
          <a:off x="0" y="1064067"/>
          <a:ext cx="7620000" cy="226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96FB88-9376-4A73-B89C-5E81C0050EE8}">
      <dsp:nvSpPr>
        <dsp:cNvPr id="0" name=""/>
        <dsp:cNvSpPr/>
      </dsp:nvSpPr>
      <dsp:spPr>
        <a:xfrm>
          <a:off x="362396" y="0"/>
          <a:ext cx="7255025" cy="119690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613" tIns="0" rIns="201613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Qui </a:t>
          </a:r>
          <a:r>
            <a:rPr lang="en-US" sz="28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mô</a:t>
          </a:r>
          <a:r>
            <a:rPr lang="en-US" sz="28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va</a:t>
          </a:r>
          <a:r>
            <a:rPr lang="en-US" sz="28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̀ </a:t>
          </a:r>
          <a:r>
            <a:rPr lang="en-US" sz="28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mức</a:t>
          </a:r>
          <a:r>
            <a:rPr lang="en-US" sz="28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tăng</a:t>
          </a:r>
          <a:r>
            <a:rPr lang="en-US" sz="28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trưởng</a:t>
          </a:r>
          <a:r>
            <a:rPr lang="en-US" sz="28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của</a:t>
          </a:r>
          <a:r>
            <a:rPr lang="en-US" sz="28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từng</a:t>
          </a:r>
          <a:r>
            <a:rPr lang="en-US" sz="28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phân</a:t>
          </a:r>
          <a:r>
            <a:rPr lang="en-US" sz="28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đoạn</a:t>
          </a:r>
          <a:r>
            <a:rPr lang="en-US" sz="28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thi</a:t>
          </a:r>
          <a:r>
            <a:rPr lang="en-US" sz="28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̣ </a:t>
          </a:r>
          <a:r>
            <a:rPr lang="en-US" sz="28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trường</a:t>
          </a:r>
          <a:endParaRPr lang="en-US" sz="2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20824" y="58428"/>
        <a:ext cx="7138169" cy="1080050"/>
      </dsp:txXfrm>
    </dsp:sp>
    <dsp:sp modelId="{8477A8F9-FC64-44B8-AD0A-EFE59ADF5BAC}">
      <dsp:nvSpPr>
        <dsp:cNvPr id="0" name=""/>
        <dsp:cNvSpPr/>
      </dsp:nvSpPr>
      <dsp:spPr>
        <a:xfrm>
          <a:off x="0" y="2229668"/>
          <a:ext cx="7620000" cy="226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-1482143"/>
              <a:satOff val="7100"/>
              <a:lumOff val="656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D4C372-A360-4315-A14F-412C11B6E5DC}">
      <dsp:nvSpPr>
        <dsp:cNvPr id="0" name=""/>
        <dsp:cNvSpPr/>
      </dsp:nvSpPr>
      <dsp:spPr>
        <a:xfrm>
          <a:off x="373186" y="1339467"/>
          <a:ext cx="7239273" cy="1023040"/>
        </a:xfrm>
        <a:prstGeom prst="roundRect">
          <a:avLst/>
        </a:prstGeom>
        <a:solidFill>
          <a:schemeClr val="accent2">
            <a:hueOff val="-1482143"/>
            <a:satOff val="7100"/>
            <a:lumOff val="6569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613" tIns="0" rIns="201613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Mức</a:t>
          </a:r>
          <a:r>
            <a:rPr lang="en-US" sz="28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đô</a:t>
          </a:r>
          <a:r>
            <a:rPr lang="en-US" sz="28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̣ </a:t>
          </a:r>
          <a:r>
            <a:rPr lang="en-US" sz="28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hấp</a:t>
          </a:r>
          <a:r>
            <a:rPr lang="en-US" sz="28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dẫn</a:t>
          </a:r>
          <a:r>
            <a:rPr lang="en-US" sz="28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vê</a:t>
          </a:r>
          <a:r>
            <a:rPr lang="en-US" sz="28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̀ </a:t>
          </a:r>
          <a:r>
            <a:rPr lang="en-US" sz="28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cơ</a:t>
          </a:r>
          <a:r>
            <a:rPr lang="en-US" sz="28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cấu</a:t>
          </a:r>
          <a:r>
            <a:rPr lang="en-US" sz="28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của</a:t>
          </a:r>
          <a:r>
            <a:rPr lang="en-US" sz="2800" b="1" i="1" kern="1200">
              <a:latin typeface="Times New Roman" panose="02020603050405020304" pitchFamily="18" charset="0"/>
              <a:cs typeface="Times New Roman" panose="02020603050405020304" pitchFamily="18" charset="0"/>
            </a:rPr>
            <a:t> đoạn</a:t>
          </a:r>
          <a:r>
            <a:rPr lang="en-US" sz="28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thi</a:t>
          </a:r>
          <a:r>
            <a:rPr lang="en-US" sz="28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̣ </a:t>
          </a:r>
          <a:r>
            <a:rPr lang="en-US" sz="28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trường</a:t>
          </a:r>
          <a:endParaRPr lang="en-US" sz="2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23127" y="1389408"/>
        <a:ext cx="7139391" cy="923158"/>
      </dsp:txXfrm>
    </dsp:sp>
    <dsp:sp modelId="{C36625D0-D1C7-425F-B6AE-2440D0906475}">
      <dsp:nvSpPr>
        <dsp:cNvPr id="0" name=""/>
        <dsp:cNvSpPr/>
      </dsp:nvSpPr>
      <dsp:spPr>
        <a:xfrm>
          <a:off x="0" y="3354599"/>
          <a:ext cx="7620000" cy="226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-2964286"/>
              <a:satOff val="14200"/>
              <a:lumOff val="1313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0F520D-3728-4136-BC94-177FE4D918A8}">
      <dsp:nvSpPr>
        <dsp:cNvPr id="0" name=""/>
        <dsp:cNvSpPr/>
      </dsp:nvSpPr>
      <dsp:spPr>
        <a:xfrm>
          <a:off x="362768" y="2505068"/>
          <a:ext cx="7251808" cy="982370"/>
        </a:xfrm>
        <a:prstGeom prst="roundRect">
          <a:avLst/>
        </a:prstGeom>
        <a:solidFill>
          <a:schemeClr val="accent2">
            <a:hueOff val="-2964286"/>
            <a:satOff val="14200"/>
            <a:lumOff val="13137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613" tIns="0" rIns="201613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Mục</a:t>
          </a:r>
          <a:r>
            <a:rPr lang="en-US" sz="28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tiêu</a:t>
          </a:r>
          <a:r>
            <a:rPr lang="en-US" sz="28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va</a:t>
          </a:r>
          <a:r>
            <a:rPr lang="en-US" sz="28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̀ </a:t>
          </a:r>
          <a:r>
            <a:rPr lang="en-US" sz="28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nguồn</a:t>
          </a:r>
          <a:r>
            <a:rPr lang="en-US" sz="28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lực</a:t>
          </a:r>
          <a:r>
            <a:rPr lang="en-US" sz="28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của</a:t>
          </a:r>
          <a:r>
            <a:rPr lang="en-US" sz="28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doanh</a:t>
          </a:r>
          <a:r>
            <a:rPr lang="en-US" sz="28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b="1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nghiệp</a:t>
          </a:r>
          <a:endParaRPr lang="en-US" sz="2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10723" y="2553023"/>
        <a:ext cx="7155898" cy="88646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49CF89-9CAA-4538-BF82-DB1AF1BC3517}">
      <dsp:nvSpPr>
        <dsp:cNvPr id="0" name=""/>
        <dsp:cNvSpPr/>
      </dsp:nvSpPr>
      <dsp:spPr>
        <a:xfrm>
          <a:off x="3779710" y="2639377"/>
          <a:ext cx="1917429" cy="12420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 err="1"/>
            <a:t>Nhanh</a:t>
          </a:r>
          <a:r>
            <a:rPr lang="en-US" sz="2300" kern="1200" dirty="0"/>
            <a:t> </a:t>
          </a:r>
          <a:r>
            <a:rPr lang="en-US" sz="2300" kern="1200" dirty="0" err="1"/>
            <a:t>hơn</a:t>
          </a:r>
          <a:endParaRPr lang="en-US" sz="2300" kern="1200" dirty="0"/>
        </a:p>
      </dsp:txBody>
      <dsp:txXfrm>
        <a:off x="4382223" y="2977176"/>
        <a:ext cx="1287632" cy="876976"/>
      </dsp:txXfrm>
    </dsp:sp>
    <dsp:sp modelId="{9BE84EFF-B5FA-4E53-9E5B-A4F99631C413}">
      <dsp:nvSpPr>
        <dsp:cNvPr id="0" name=""/>
        <dsp:cNvSpPr/>
      </dsp:nvSpPr>
      <dsp:spPr>
        <a:xfrm>
          <a:off x="651272" y="2639377"/>
          <a:ext cx="1917429" cy="12420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 err="1"/>
            <a:t>Rẻ</a:t>
          </a:r>
          <a:r>
            <a:rPr lang="en-US" sz="2300" kern="1200" dirty="0"/>
            <a:t> </a:t>
          </a:r>
          <a:r>
            <a:rPr lang="en-US" sz="2300" kern="1200" dirty="0" err="1"/>
            <a:t>hơn</a:t>
          </a:r>
          <a:endParaRPr lang="en-US" sz="2300" kern="1200" dirty="0"/>
        </a:p>
      </dsp:txBody>
      <dsp:txXfrm>
        <a:off x="678556" y="2977176"/>
        <a:ext cx="1287632" cy="876976"/>
      </dsp:txXfrm>
    </dsp:sp>
    <dsp:sp modelId="{D47622FB-AD60-4B99-B1D3-32EF405720CD}">
      <dsp:nvSpPr>
        <dsp:cNvPr id="0" name=""/>
        <dsp:cNvSpPr/>
      </dsp:nvSpPr>
      <dsp:spPr>
        <a:xfrm>
          <a:off x="3779710" y="0"/>
          <a:ext cx="1917429" cy="12420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 err="1"/>
            <a:t>Mới</a:t>
          </a:r>
          <a:r>
            <a:rPr lang="en-US" sz="2300" kern="1200" dirty="0"/>
            <a:t> </a:t>
          </a:r>
          <a:r>
            <a:rPr lang="en-US" sz="2300" kern="1200" dirty="0" err="1"/>
            <a:t>hơn</a:t>
          </a:r>
          <a:endParaRPr lang="en-US" sz="2300" kern="1200" dirty="0"/>
        </a:p>
      </dsp:txBody>
      <dsp:txXfrm>
        <a:off x="4382223" y="27284"/>
        <a:ext cx="1287632" cy="876976"/>
      </dsp:txXfrm>
    </dsp:sp>
    <dsp:sp modelId="{DD42C304-FCA7-4DA9-ADA7-5D047006327A}">
      <dsp:nvSpPr>
        <dsp:cNvPr id="0" name=""/>
        <dsp:cNvSpPr/>
      </dsp:nvSpPr>
      <dsp:spPr>
        <a:xfrm>
          <a:off x="651272" y="0"/>
          <a:ext cx="1917429" cy="12420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 err="1"/>
            <a:t>Tốt</a:t>
          </a:r>
          <a:r>
            <a:rPr lang="en-US" sz="2300" kern="1200" dirty="0"/>
            <a:t> </a:t>
          </a:r>
          <a:r>
            <a:rPr lang="en-US" sz="2300" kern="1200" dirty="0" err="1"/>
            <a:t>hơn</a:t>
          </a:r>
          <a:endParaRPr lang="en-US" sz="2300" kern="1200" dirty="0"/>
        </a:p>
      </dsp:txBody>
      <dsp:txXfrm>
        <a:off x="678556" y="27284"/>
        <a:ext cx="1287632" cy="876976"/>
      </dsp:txXfrm>
    </dsp:sp>
    <dsp:sp modelId="{BC5AF8D6-1D25-4677-BAA9-AE3DF554AE4A}">
      <dsp:nvSpPr>
        <dsp:cNvPr id="0" name=""/>
        <dsp:cNvSpPr/>
      </dsp:nvSpPr>
      <dsp:spPr>
        <a:xfrm>
          <a:off x="1454729" y="221241"/>
          <a:ext cx="1680662" cy="1680662"/>
        </a:xfrm>
        <a:prstGeom prst="pieWedg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Sony</a:t>
          </a:r>
        </a:p>
      </dsp:txBody>
      <dsp:txXfrm>
        <a:off x="1946984" y="713496"/>
        <a:ext cx="1188407" cy="1188407"/>
      </dsp:txXfrm>
    </dsp:sp>
    <dsp:sp modelId="{94E515FB-7C5A-4B92-A152-56C82DF9DF72}">
      <dsp:nvSpPr>
        <dsp:cNvPr id="0" name=""/>
        <dsp:cNvSpPr/>
      </dsp:nvSpPr>
      <dsp:spPr>
        <a:xfrm rot="5400000">
          <a:off x="3213020" y="221241"/>
          <a:ext cx="1680662" cy="1680662"/>
        </a:xfrm>
        <a:prstGeom prst="pieWedg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Apple</a:t>
          </a:r>
        </a:p>
      </dsp:txBody>
      <dsp:txXfrm rot="-5400000">
        <a:off x="3213020" y="713496"/>
        <a:ext cx="1188407" cy="1188407"/>
      </dsp:txXfrm>
    </dsp:sp>
    <dsp:sp modelId="{744D0430-5E6F-4CAC-A1E0-AFA2D0655213}">
      <dsp:nvSpPr>
        <dsp:cNvPr id="0" name=""/>
        <dsp:cNvSpPr/>
      </dsp:nvSpPr>
      <dsp:spPr>
        <a:xfrm rot="10800000">
          <a:off x="3213020" y="1979532"/>
          <a:ext cx="1680662" cy="1680662"/>
        </a:xfrm>
        <a:prstGeom prst="pieWedg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Mc </a:t>
          </a:r>
          <a:r>
            <a:rPr lang="en-US" sz="2100" kern="1200" dirty="0" err="1"/>
            <a:t>Donal</a:t>
          </a:r>
          <a:endParaRPr lang="en-US" sz="2100" kern="1200" dirty="0"/>
        </a:p>
      </dsp:txBody>
      <dsp:txXfrm rot="10800000">
        <a:off x="3213020" y="1979532"/>
        <a:ext cx="1188407" cy="1188407"/>
      </dsp:txXfrm>
    </dsp:sp>
    <dsp:sp modelId="{B51ACA0A-A813-4564-BF7E-5C9316E3D79D}">
      <dsp:nvSpPr>
        <dsp:cNvPr id="0" name=""/>
        <dsp:cNvSpPr/>
      </dsp:nvSpPr>
      <dsp:spPr>
        <a:xfrm rot="16200000">
          <a:off x="1454729" y="1979532"/>
          <a:ext cx="1680662" cy="1680662"/>
        </a:xfrm>
        <a:prstGeom prst="pieWedg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 err="1"/>
            <a:t>Hàng</a:t>
          </a:r>
          <a:r>
            <a:rPr lang="en-US" sz="2100" kern="1200" dirty="0"/>
            <a:t> </a:t>
          </a:r>
          <a:r>
            <a:rPr lang="en-US" sz="2100" kern="1200" dirty="0" err="1"/>
            <a:t>Trung</a:t>
          </a:r>
          <a:r>
            <a:rPr lang="en-US" sz="2100" kern="1200" dirty="0"/>
            <a:t> </a:t>
          </a:r>
          <a:r>
            <a:rPr lang="en-US" sz="2100" kern="1200" dirty="0" err="1"/>
            <a:t>Quốc</a:t>
          </a:r>
          <a:endParaRPr lang="en-US" sz="2100" kern="1200" dirty="0"/>
        </a:p>
      </dsp:txBody>
      <dsp:txXfrm rot="5400000">
        <a:off x="1946984" y="1979532"/>
        <a:ext cx="1188407" cy="1188407"/>
      </dsp:txXfrm>
    </dsp:sp>
    <dsp:sp modelId="{9C78C346-B78C-4C00-8496-06A3BE565D84}">
      <dsp:nvSpPr>
        <dsp:cNvPr id="0" name=""/>
        <dsp:cNvSpPr/>
      </dsp:nvSpPr>
      <dsp:spPr>
        <a:xfrm>
          <a:off x="2884069" y="1591389"/>
          <a:ext cx="580274" cy="504586"/>
        </a:xfrm>
        <a:prstGeom prst="circular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65315D-480E-484E-B325-E959EC19C74B}">
      <dsp:nvSpPr>
        <dsp:cNvPr id="0" name=""/>
        <dsp:cNvSpPr/>
      </dsp:nvSpPr>
      <dsp:spPr>
        <a:xfrm rot="10800000">
          <a:off x="2884069" y="1785461"/>
          <a:ext cx="580274" cy="504586"/>
        </a:xfrm>
        <a:prstGeom prst="circular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target1">
  <dgm:title val=""/>
  <dgm:desc val=""/>
  <dgm:catLst>
    <dgm:cat type="relationship" pri="25000"/>
    <dgm:cat type="convert" pri="2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equ" val="0">
            <dgm:constrLst/>
          </dgm:if>
          <dgm:if name="Name4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r" for="ch" forName="line1" refType="l" refFor="ch" refForName="text1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5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4432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6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86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717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7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29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662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25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r" for="ch" forName="text4" refType="w"/>
              <dgm:constr type="t" for="ch" forName="text4" refType="b" refFor="ch" refForName="text3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852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8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r" for="ch" forName="text1" refType="w"/>
              <dgm:constr type="ctrY" for="ch" forName="text1" refType="h" fact="0.13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r" for="ch" forName="text2" refType="w"/>
              <dgm:constr type="ctrY" for="ch" forName="text2" refType="h" fact="0.27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498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r" for="ch" forName="text3" refType="w"/>
              <dgm:constr type="ctrY" for="ch" forName="text3" refType="h" fact="0.41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394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r" for="ch" forName="text4" refType="w"/>
              <dgm:constr type="ctrY" for="ch" forName="text4" refType="h" fact="0.547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46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r" for="ch" forName="text5" refType="w"/>
              <dgm:constr type="ctrY" for="ch" forName="text5" refType="h" fact="0.68"/>
              <dgm:constr type="l" for="ch" forName="line5" refType="w" fact="0.625"/>
              <dgm:constr type="ctrY" for="ch" forName="line5" refType="ctrY" refFor="ch" refForName="text5"/>
              <dgm:constr type="w" for="ch" forName="line5" refType="w" fact="0.075"/>
              <dgm:constr type="h" for="ch" forName="line5"/>
              <dgm:constr type="l" for="ch" forName="d5" refType="w" fact="0.49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9"/>
        </dgm:choose>
      </dgm:if>
      <dgm:else name="Name10">
        <dgm:choose name="Name11">
          <dgm:if name="Name12" axis="ch" ptType="node" func="cnt" op="equ" val="0">
            <dgm:constrLst/>
          </dgm:if>
          <dgm:if name="Name13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14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5567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15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14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282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16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0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337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74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l" for="ch" forName="text4"/>
              <dgm:constr type="t" for="ch" forName="text4" refType="b" refFor="ch" refForName="text3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147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17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l" for="ch" forName="text1"/>
              <dgm:constr type="ctrY" for="ch" forName="text1" refType="h" fact="0.13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l" for="ch" forName="text2"/>
              <dgm:constr type="ctrY" for="ch" forName="text2" refType="h" fact="0.27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502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l" for="ch" forName="text3"/>
              <dgm:constr type="ctrY" for="ch" forName="text3" refType="h" fact="0.41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606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l" for="ch" forName="text4"/>
              <dgm:constr type="ctrY" for="ch" forName="text4" refType="h" fact="0.547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54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l" for="ch" forName="text5"/>
              <dgm:constr type="ctrY" for="ch" forName="text5" refType="h" fact="0.68"/>
              <dgm:constr type="l" for="ch" forName="line5" refType="r" refFor="ch" refForName="text5"/>
              <dgm:constr type="ctrY" for="ch" forName="line5" refType="ctrY" refFor="ch" refForName="text5"/>
              <dgm:constr type="r" for="ch" forName="line5" refType="w" fact="0.375"/>
              <dgm:constr type="h" for="ch" forName="line5"/>
              <dgm:constr type="r" for="ch" forName="d5" refType="w" fact="0.50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18"/>
        </dgm:choose>
      </dgm:else>
    </dgm:choose>
    <dgm:ruleLst/>
    <dgm:forEach name="Name19" axis="ch" ptType="node" cnt="1">
      <dgm:layoutNode name="circle1" styleLbl="l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text1" styleLbl="revTx">
        <dgm:varLst>
          <dgm:bulletEnabled val="1"/>
        </dgm:varLst>
        <dgm:choose name="Name20">
          <dgm:if name="Name21" func="var" arg="dir" op="equ" val="norm">
            <dgm:choose name="Name22">
              <dgm:if name="Name2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4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25">
            <dgm:choose name="Name26">
              <dgm:if name="Name2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8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29">
          <dgm:if name="Name30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31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1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1" styleLbl="callout">
        <dgm:alg type="sp"/>
        <dgm:choose name="Name32">
          <dgm:if name="Name33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34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35" axis="ch" ptType="node" st="2" cnt="1">
      <dgm:layoutNode name="circle2" styleLbl="lnNode1">
        <dgm:alg type="sp"/>
        <dgm:shape xmlns:r="http://schemas.openxmlformats.org/officeDocument/2006/relationships" type="ellipse" r:blip="" zOrderOff="-5">
          <dgm:adjLst/>
        </dgm:shape>
        <dgm:presOf/>
        <dgm:constrLst/>
        <dgm:ruleLst/>
      </dgm:layoutNode>
      <dgm:layoutNode name="text2" styleLbl="revTx">
        <dgm:varLst>
          <dgm:bulletEnabled val="1"/>
        </dgm:varLst>
        <dgm:choose name="Name36">
          <dgm:if name="Name37" func="var" arg="dir" op="equ" val="norm">
            <dgm:choose name="Name38">
              <dgm:if name="Name3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0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41">
            <dgm:choose name="Name42">
              <dgm:if name="Name4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4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45">
          <dgm:if name="Name46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47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2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2" styleLbl="callout">
        <dgm:alg type="sp"/>
        <dgm:choose name="Name48">
          <dgm:if name="Name49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50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51" axis="ch" ptType="node" st="3" cnt="1">
      <dgm:layoutNode name="circle3" styleLbl="lnNode1">
        <dgm:alg type="sp"/>
        <dgm:shape xmlns:r="http://schemas.openxmlformats.org/officeDocument/2006/relationships" type="ellipse" r:blip="" zOrderOff="-10">
          <dgm:adjLst/>
        </dgm:shape>
        <dgm:presOf/>
        <dgm:constrLst/>
        <dgm:ruleLst/>
      </dgm:layoutNode>
      <dgm:layoutNode name="text3" styleLbl="revTx">
        <dgm:varLst>
          <dgm:bulletEnabled val="1"/>
        </dgm:varLst>
        <dgm:choose name="Name52">
          <dgm:if name="Name53" func="var" arg="dir" op="equ" val="norm">
            <dgm:choose name="Name54">
              <dgm:if name="Name5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56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57">
            <dgm:choose name="Name58">
              <dgm:if name="Name5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60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61">
          <dgm:if name="Name62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63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3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3" styleLbl="callout">
        <dgm:alg type="sp"/>
        <dgm:choose name="Name64">
          <dgm:if name="Name65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66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67" axis="ch" ptType="node" st="4" cnt="1">
      <dgm:layoutNode name="circle4" styleLbl="lnNode1">
        <dgm:alg type="sp"/>
        <dgm:shape xmlns:r="http://schemas.openxmlformats.org/officeDocument/2006/relationships" type="ellipse" r:blip="" zOrderOff="-15">
          <dgm:adjLst/>
        </dgm:shape>
        <dgm:presOf/>
        <dgm:constrLst/>
        <dgm:ruleLst/>
      </dgm:layoutNode>
      <dgm:layoutNode name="text4" styleLbl="revTx">
        <dgm:varLst>
          <dgm:bulletEnabled val="1"/>
        </dgm:varLst>
        <dgm:choose name="Name68">
          <dgm:if name="Name69" func="var" arg="dir" op="equ" val="norm">
            <dgm:choose name="Name70">
              <dgm:if name="Name7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2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73">
            <dgm:choose name="Name74">
              <dgm:if name="Name7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6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77">
          <dgm:if name="Name78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79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4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4" styleLbl="callout">
        <dgm:alg type="sp"/>
        <dgm:choose name="Name80">
          <dgm:if name="Name81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82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83" axis="ch" ptType="node" st="5" cnt="1">
      <dgm:layoutNode name="circle5" styleLbl="lnNode1">
        <dgm:alg type="sp"/>
        <dgm:shape xmlns:r="http://schemas.openxmlformats.org/officeDocument/2006/relationships" type="ellipse" r:blip="" zOrderOff="-20">
          <dgm:adjLst/>
        </dgm:shape>
        <dgm:presOf/>
        <dgm:constrLst/>
        <dgm:ruleLst/>
      </dgm:layoutNode>
      <dgm:layoutNode name="text5" styleLbl="revTx">
        <dgm:varLst>
          <dgm:bulletEnabled val="1"/>
        </dgm:varLst>
        <dgm:choose name="Name84">
          <dgm:if name="Name85" func="var" arg="dir" op="equ" val="norm">
            <dgm:choose name="Name86">
              <dgm:if name="Name8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88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89">
            <dgm:choose name="Name90">
              <dgm:if name="Name9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92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93">
          <dgm:if name="Name94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95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5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5" styleLbl="callout">
        <dgm:alg type="sp"/>
        <dgm:choose name="Name96">
          <dgm:if name="Name97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98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ycle4#1">
  <dgm:title val=""/>
  <dgm:desc val=""/>
  <dgm:catLst>
    <dgm:cat type="relationship" pri="26000"/>
    <dgm:cat type="cycle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8F844-65B2-403A-A27A-3F72742C7E90}" type="datetimeFigureOut">
              <a:rPr lang="en-US" smtClean="0"/>
              <a:pPr/>
              <a:t>11/27/2021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2B07-EF2A-4235-8CC0-2F6AF89212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679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8F844-65B2-403A-A27A-3F72742C7E90}" type="datetimeFigureOut">
              <a:rPr lang="en-US" smtClean="0"/>
              <a:pPr/>
              <a:t>11/27/2021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2B07-EF2A-4235-8CC0-2F6AF89212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205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8F844-65B2-403A-A27A-3F72742C7E90}" type="datetimeFigureOut">
              <a:rPr lang="en-US" smtClean="0"/>
              <a:pPr/>
              <a:t>11/27/2021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2B07-EF2A-4235-8CC0-2F6AF89212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515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8F844-65B2-403A-A27A-3F72742C7E90}" type="datetimeFigureOut">
              <a:rPr lang="en-US" smtClean="0"/>
              <a:pPr/>
              <a:t>11/27/2021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2B07-EF2A-4235-8CC0-2F6AF89212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287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8F844-65B2-403A-A27A-3F72742C7E90}" type="datetimeFigureOut">
              <a:rPr lang="en-US" smtClean="0"/>
              <a:pPr/>
              <a:t>11/27/2021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2B07-EF2A-4235-8CC0-2F6AF89212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153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8F844-65B2-403A-A27A-3F72742C7E90}" type="datetimeFigureOut">
              <a:rPr lang="en-US" smtClean="0"/>
              <a:pPr/>
              <a:t>11/27/2021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2B07-EF2A-4235-8CC0-2F6AF89212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953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8F844-65B2-403A-A27A-3F72742C7E90}" type="datetimeFigureOut">
              <a:rPr lang="en-US" smtClean="0"/>
              <a:pPr/>
              <a:t>11/27/2021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2B07-EF2A-4235-8CC0-2F6AF89212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286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8F844-65B2-403A-A27A-3F72742C7E90}" type="datetimeFigureOut">
              <a:rPr lang="en-US" smtClean="0"/>
              <a:pPr/>
              <a:t>11/27/2021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2B07-EF2A-4235-8CC0-2F6AF89212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021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8F844-65B2-403A-A27A-3F72742C7E90}" type="datetimeFigureOut">
              <a:rPr lang="en-US" smtClean="0"/>
              <a:pPr/>
              <a:t>11/27/2021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2B07-EF2A-4235-8CC0-2F6AF89212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416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8F844-65B2-403A-A27A-3F72742C7E90}" type="datetimeFigureOut">
              <a:rPr lang="en-US" smtClean="0"/>
              <a:pPr/>
              <a:t>11/27/2021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2B07-EF2A-4235-8CC0-2F6AF89212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075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8F844-65B2-403A-A27A-3F72742C7E90}" type="datetimeFigureOut">
              <a:rPr lang="en-US" smtClean="0"/>
              <a:pPr/>
              <a:t>11/27/2021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2B07-EF2A-4235-8CC0-2F6AF89212B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072772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8F844-65B2-403A-A27A-3F72742C7E90}" type="datetimeFigureOut">
              <a:rPr lang="en-US" smtClean="0"/>
              <a:pPr/>
              <a:t>11/27/2021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2B07-EF2A-4235-8CC0-2F6AF89212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2749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8F844-65B2-403A-A27A-3F72742C7E90}" type="datetimeFigureOut">
              <a:rPr lang="en-US" smtClean="0"/>
              <a:pPr/>
              <a:t>11/27/2021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2B07-EF2A-4235-8CC0-2F6AF89212B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481949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8F844-65B2-403A-A27A-3F72742C7E90}" type="datetimeFigureOut">
              <a:rPr lang="en-US" smtClean="0"/>
              <a:pPr/>
              <a:t>11/27/2021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2B07-EF2A-4235-8CC0-2F6AF89212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1710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8F844-65B2-403A-A27A-3F72742C7E90}" type="datetimeFigureOut">
              <a:rPr lang="en-US" smtClean="0"/>
              <a:pPr/>
              <a:t>11/27/2021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2B07-EF2A-4235-8CC0-2F6AF89212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0075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8F844-65B2-403A-A27A-3F72742C7E90}" type="datetimeFigureOut">
              <a:rPr lang="en-US" smtClean="0"/>
              <a:pPr/>
              <a:t>11/27/2021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2B07-EF2A-4235-8CC0-2F6AF89212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864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98F844-65B2-403A-A27A-3F72742C7E90}" type="datetimeFigureOut">
              <a:rPr lang="en-US" smtClean="0"/>
              <a:pPr/>
              <a:t>11/27/2021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9512B07-EF2A-4235-8CC0-2F6AF89212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618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jpeg"/><Relationship Id="rId4" Type="http://schemas.openxmlformats.org/officeDocument/2006/relationships/image" Target="../media/image26.jpe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gif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jpe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http://grewalm.mcgraw-hill.com/admin_images/bookcover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6400800" cy="6019800"/>
          </a:xfrm>
          <a:prstGeom prst="rect">
            <a:avLst/>
          </a:prstGeom>
          <a:noFill/>
        </p:spPr>
      </p:pic>
      <p:sp>
        <p:nvSpPr>
          <p:cNvPr id="5" name="Rounded Rectangle 4"/>
          <p:cNvSpPr/>
          <p:nvPr/>
        </p:nvSpPr>
        <p:spPr>
          <a:xfrm>
            <a:off x="6400800" y="-381000"/>
            <a:ext cx="2667000" cy="6400800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100" b="1" dirty="0" err="1"/>
              <a:t>Chương</a:t>
            </a:r>
            <a:r>
              <a:rPr lang="en-US" sz="3100" b="1" dirty="0"/>
              <a:t> 3: </a:t>
            </a:r>
            <a:r>
              <a:rPr lang="en-US" sz="3100" b="1" dirty="0" err="1"/>
              <a:t>Phân</a:t>
            </a:r>
            <a:r>
              <a:rPr lang="en-US" sz="3100" b="1" dirty="0"/>
              <a:t> </a:t>
            </a:r>
            <a:r>
              <a:rPr lang="en-US" sz="3100" b="1" dirty="0" err="1"/>
              <a:t>đoạn</a:t>
            </a:r>
            <a:r>
              <a:rPr lang="en-US" sz="3100" b="1" dirty="0"/>
              <a:t> </a:t>
            </a:r>
            <a:r>
              <a:rPr lang="en-US" sz="3100" b="1" dirty="0" err="1"/>
              <a:t>thị</a:t>
            </a:r>
            <a:r>
              <a:rPr lang="en-US" sz="3100" b="1" dirty="0"/>
              <a:t> </a:t>
            </a:r>
            <a:r>
              <a:rPr lang="en-US" sz="3100" b="1" dirty="0" err="1"/>
              <a:t>trường</a:t>
            </a:r>
            <a:r>
              <a:rPr lang="en-US" sz="3100" b="1" dirty="0"/>
              <a:t>, </a:t>
            </a:r>
            <a:r>
              <a:rPr lang="en-US" sz="3100" b="1" dirty="0" err="1"/>
              <a:t>Lựa</a:t>
            </a:r>
            <a:r>
              <a:rPr lang="en-US" sz="3100" b="1" dirty="0"/>
              <a:t> </a:t>
            </a:r>
            <a:r>
              <a:rPr lang="en-US" sz="3100" b="1" dirty="0" err="1"/>
              <a:t>chọn</a:t>
            </a:r>
            <a:r>
              <a:rPr lang="en-US" sz="3100" b="1" dirty="0"/>
              <a:t> </a:t>
            </a:r>
          </a:p>
          <a:p>
            <a:pPr algn="ctr"/>
            <a:r>
              <a:rPr lang="en-US" sz="3100" b="1" dirty="0" err="1"/>
              <a:t>thị</a:t>
            </a:r>
            <a:r>
              <a:rPr lang="en-US" sz="3100" b="1" dirty="0"/>
              <a:t> </a:t>
            </a:r>
            <a:r>
              <a:rPr lang="en-US" sz="3100" b="1" dirty="0" err="1"/>
              <a:t>trường</a:t>
            </a:r>
            <a:r>
              <a:rPr lang="en-US" sz="3100" b="1" dirty="0"/>
              <a:t> </a:t>
            </a:r>
            <a:r>
              <a:rPr lang="en-US" sz="3100" b="1" dirty="0" err="1"/>
              <a:t>mục</a:t>
            </a:r>
            <a:r>
              <a:rPr lang="en-US" sz="3100" b="1" dirty="0"/>
              <a:t> </a:t>
            </a:r>
            <a:r>
              <a:rPr lang="en-US" sz="3100" b="1" dirty="0" err="1"/>
              <a:t>tiêu</a:t>
            </a:r>
            <a:r>
              <a:rPr lang="en-US" sz="3100" b="1" dirty="0"/>
              <a:t> </a:t>
            </a:r>
            <a:r>
              <a:rPr lang="en-US" sz="3100" b="1" dirty="0" err="1"/>
              <a:t>và</a:t>
            </a:r>
            <a:r>
              <a:rPr lang="en-US" sz="3100" b="1" dirty="0"/>
              <a:t> </a:t>
            </a:r>
            <a:r>
              <a:rPr lang="en-US" sz="3100" b="1" dirty="0" err="1"/>
              <a:t>hành</a:t>
            </a:r>
            <a:r>
              <a:rPr lang="en-US" sz="3100" b="1" dirty="0"/>
              <a:t> vi </a:t>
            </a:r>
            <a:r>
              <a:rPr lang="en-US" sz="3100" b="1" dirty="0" err="1"/>
              <a:t>của</a:t>
            </a:r>
            <a:r>
              <a:rPr lang="en-US" sz="3100" b="1" dirty="0"/>
              <a:t> </a:t>
            </a:r>
            <a:r>
              <a:rPr lang="en-US" sz="3100" b="1" dirty="0" err="1"/>
              <a:t>khách</a:t>
            </a:r>
            <a:r>
              <a:rPr lang="en-US" sz="3100" b="1" dirty="0"/>
              <a:t> </a:t>
            </a:r>
            <a:r>
              <a:rPr lang="en-US" sz="3100" b="1" dirty="0" err="1"/>
              <a:t>hàng</a:t>
            </a:r>
            <a:endParaRPr lang="en-US" sz="31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AC793-5A8D-442D-8985-703C97E50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ABB47A-C5E2-4A40-BA21-1861995491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MTCL CỦA CTY -&gt; MTMARKETING-&gt;CL SP CŨ TT MỚI; SP MỚI TT MƠI-&gt; MAR-MIX (4P)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vi-V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Giới thiệu về coca cola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vi-V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Chiến lược marketing  Chiến lược sản phẩn, giá, phân phối, truyền thông 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vi-V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Những khó khăn coca cola gặp phải 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vi-V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Kết luận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vi-V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Chủ đề:Phân tích chiến lược marketing mix coca cola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181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NỘI DUNG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>
          <a:xfrm>
            <a:off x="1295400" y="1828800"/>
            <a:ext cx="7659688" cy="4303713"/>
          </a:xfrm>
        </p:spPr>
        <p:txBody>
          <a:bodyPr/>
          <a:lstStyle/>
          <a:p>
            <a:pPr marL="609600" indent="-609600" eaLnBrk="1" hangingPunct="1">
              <a:buFont typeface="Wingdings" pitchFamily="2" charset="2"/>
              <a:buAutoNum type="arabicPeriod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9600" indent="-609600" eaLnBrk="1" hangingPunct="1">
              <a:buFont typeface="Wingdings" pitchFamily="2" charset="2"/>
              <a:buAutoNum type="arabicPeriod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khúc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9600" indent="-609600" eaLnBrk="1" hangingPunct="1">
              <a:buFont typeface="Wingdings" pitchFamily="2" charset="2"/>
              <a:buAutoNum type="arabicPeriod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Lựa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9600" indent="-609600" eaLnBrk="1" hangingPunct="1">
              <a:buFont typeface="Wingdings" pitchFamily="2" charset="2"/>
              <a:buAutoNum type="arabicPeriod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9600" indent="-609600" eaLnBrk="1" hangingPunct="1">
              <a:buFont typeface="Wingdings" pitchFamily="2" charset="2"/>
              <a:buAutoNum type="arabicPeriod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90600" lvl="1" indent="-533400" eaLnBrk="1" hangingPunct="1">
              <a:buFontTx/>
              <a:buNone/>
            </a:pPr>
            <a:r>
              <a:rPr lang="en-US" dirty="0"/>
              <a:t>	</a:t>
            </a:r>
          </a:p>
          <a:p>
            <a:pPr marL="990600" lvl="1" indent="-533400" eaLnBrk="1" hangingPunct="1"/>
            <a:endParaRPr lang="en-US" dirty="0"/>
          </a:p>
          <a:p>
            <a:pPr marL="990600" lvl="1" indent="-533400" eaLnBrk="1" hangingPunct="1"/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" y="1"/>
            <a:ext cx="8816907" cy="1523999"/>
          </a:xfrm>
        </p:spPr>
        <p:txBody>
          <a:bodyPr/>
          <a:lstStyle/>
          <a:p>
            <a:pPr algn="l"/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3.1. </a:t>
            </a:r>
            <a:r>
              <a:rPr lang="en-US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Đo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lường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nhu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br>
              <a:rPr lang="en-US" dirty="0"/>
            </a:br>
            <a:r>
              <a:rPr lang="en-US" dirty="0"/>
              <a:t>      </a:t>
            </a:r>
            <a:endParaRPr lang="en-US" sz="2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" y="762000"/>
            <a:ext cx="7162800" cy="3886200"/>
          </a:xfrm>
        </p:spPr>
        <p:txBody>
          <a:bodyPr>
            <a:normAutofit/>
          </a:bodyPr>
          <a:lstStyle/>
          <a:p>
            <a:pPr algn="just"/>
            <a:r>
              <a:rPr lang="en-US" sz="2400" b="1" u="sng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4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u="sng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4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u="sng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en-US" sz="24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u="sng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r>
              <a:rPr lang="en-US" sz="24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 algn="just">
              <a:buFontTx/>
              <a:buChar char="-"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vi-VN" sz="24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Cầu thị trường là</a:t>
            </a:r>
            <a:r>
              <a:rPr lang="vi-VN" sz="24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 những nhu </a:t>
            </a:r>
            <a:r>
              <a:rPr lang="vi-VN" sz="240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cầu, thị trường mà người tiêu dùng có khả năng chi trả và sẵn sàng chi trả để có được </a:t>
            </a:r>
            <a:r>
              <a:rPr lang="en-US" sz="2400" i="0" dirty="0" err="1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sp</a:t>
            </a:r>
            <a:r>
              <a:rPr lang="vi-VN" sz="240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. Cầu được chi phối bởi các lực lượng kinh tế như thu nhập, chi phí,…</a:t>
            </a:r>
            <a:endParaRPr lang="en-US" sz="2400" i="0" dirty="0"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342900" indent="-342900" algn="just">
              <a:buFontTx/>
              <a:buChar char="-"/>
            </a:pP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-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Dự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báo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cầu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thị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trường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là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mức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cầu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tương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ứng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với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một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mức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chi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phí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marketing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dự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kiến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ngành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với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một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môi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trường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marketing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nhất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định</a:t>
            </a:r>
            <a:endParaRPr lang="en-US" sz="2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C:\Users\ADMIN\Desktop\image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72200" y="4765496"/>
            <a:ext cx="2971800" cy="209250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" y="1"/>
            <a:ext cx="8816907" cy="1523999"/>
          </a:xfrm>
        </p:spPr>
        <p:txBody>
          <a:bodyPr/>
          <a:lstStyle/>
          <a:p>
            <a:pPr algn="l"/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3.1. </a:t>
            </a:r>
            <a:r>
              <a:rPr lang="en-US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Đo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lường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nhu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br>
              <a:rPr lang="en-US" dirty="0"/>
            </a:br>
            <a:r>
              <a:rPr lang="en-US" dirty="0"/>
              <a:t>      </a:t>
            </a:r>
            <a:endParaRPr lang="en-US" sz="2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" y="762000"/>
            <a:ext cx="7162800" cy="3886200"/>
          </a:xfrm>
        </p:spPr>
        <p:txBody>
          <a:bodyPr>
            <a:normAutofit/>
          </a:bodyPr>
          <a:lstStyle/>
          <a:p>
            <a:pPr algn="just"/>
            <a:r>
              <a:rPr lang="en-US" sz="2400" b="1" u="sng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4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u="sng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4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u="sng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en-US" sz="24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u="sng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r>
              <a:rPr lang="en-US" sz="24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 algn="just">
              <a:buFontTx/>
              <a:buChar char="-"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vi-VN" sz="24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Cầu </a:t>
            </a:r>
            <a:r>
              <a:rPr lang="en-US" sz="2400" b="1" i="0" dirty="0" err="1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của</a:t>
            </a:r>
            <a:r>
              <a:rPr lang="en-US" sz="24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DN </a:t>
            </a:r>
            <a:r>
              <a:rPr lang="en-US" sz="2400" b="1" i="0" dirty="0" err="1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là</a:t>
            </a:r>
            <a:r>
              <a:rPr lang="en-US" sz="24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2400" b="1" i="0" dirty="0" err="1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phần</a:t>
            </a:r>
            <a:r>
              <a:rPr lang="en-US" sz="24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2400" b="1" i="0" dirty="0" err="1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cầu</a:t>
            </a:r>
            <a:r>
              <a:rPr lang="en-US" sz="24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2400" b="1" i="0" dirty="0" err="1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của</a:t>
            </a:r>
            <a:r>
              <a:rPr lang="en-US" sz="24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2400" b="1" i="0" dirty="0" err="1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thị</a:t>
            </a:r>
            <a:r>
              <a:rPr lang="en-US" sz="24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2400" b="1" i="0" dirty="0" err="1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trường</a:t>
            </a:r>
            <a:r>
              <a:rPr lang="en-US" sz="24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2400" b="1" i="0" dirty="0" err="1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thuộc</a:t>
            </a:r>
            <a:r>
              <a:rPr lang="en-US" sz="24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2400" b="1" i="0" dirty="0" err="1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về</a:t>
            </a:r>
            <a:r>
              <a:rPr lang="en-US" sz="24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DN.</a:t>
            </a:r>
            <a:endParaRPr lang="en-US" sz="2400" i="0" dirty="0"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342900" indent="-342900" algn="just">
              <a:buFontTx/>
              <a:buChar char="-"/>
            </a:pP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-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Mức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dự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báo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cầu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DN (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dự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báo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mức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tiêu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thụ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dự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kiến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)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là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dự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báo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mức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tiêu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thụ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mình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căn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cứ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vào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kế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hoạch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marketing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đã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chọn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môi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trường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marketing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được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giả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định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buFontTx/>
              <a:buChar char="-"/>
            </a:pPr>
            <a:r>
              <a:rPr lang="en-US" sz="2400" dirty="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cs typeface="Times New Roman" panose="02020603050405020304" pitchFamily="18" charset="0"/>
              </a:rPr>
              <a:t>Theo </a:t>
            </a:r>
            <a:r>
              <a:rPr lang="en-US" sz="2400" dirty="0" err="1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cs typeface="Times New Roman" panose="02020603050405020304" pitchFamily="18" charset="0"/>
              </a:rPr>
              <a:t>bạn</a:t>
            </a:r>
            <a:r>
              <a:rPr lang="en-US" sz="2400" dirty="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cs typeface="Times New Roman" panose="02020603050405020304" pitchFamily="18" charset="0"/>
              </a:rPr>
              <a:t>tính</a:t>
            </a:r>
            <a:r>
              <a:rPr lang="en-US" sz="2400" dirty="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cs typeface="Times New Roman" panose="02020603050405020304" pitchFamily="18" charset="0"/>
              </a:rPr>
              <a:t>chính</a:t>
            </a:r>
            <a:r>
              <a:rPr lang="en-US" sz="2400" dirty="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cs typeface="Times New Roman" panose="02020603050405020304" pitchFamily="18" charset="0"/>
              </a:rPr>
              <a:t>xác</a:t>
            </a:r>
            <a:r>
              <a:rPr lang="en-US" sz="2400" dirty="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cs typeface="Times New Roman" panose="02020603050405020304" pitchFamily="18" charset="0"/>
              </a:rPr>
              <a:t>nhu</a:t>
            </a:r>
            <a:r>
              <a:rPr lang="en-US" sz="2400" dirty="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cs typeface="Times New Roman" panose="02020603050405020304" pitchFamily="18" charset="0"/>
              </a:rPr>
              <a:t>cầu</a:t>
            </a:r>
            <a:r>
              <a:rPr lang="en-US" sz="2400" dirty="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cs typeface="Times New Roman" panose="02020603050405020304" pitchFamily="18" charset="0"/>
              </a:rPr>
              <a:t> DN </a:t>
            </a:r>
            <a:r>
              <a:rPr lang="en-US" sz="2400" dirty="0" err="1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cs typeface="Times New Roman" panose="02020603050405020304" pitchFamily="18" charset="0"/>
              </a:rPr>
              <a:t>mà</a:t>
            </a:r>
            <a:r>
              <a:rPr lang="en-US" sz="2400" dirty="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cs typeface="Times New Roman" panose="02020603050405020304" pitchFamily="18" charset="0"/>
              </a:rPr>
              <a:t> DN </a:t>
            </a:r>
            <a:r>
              <a:rPr lang="en-US" sz="2400" dirty="0" err="1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cs typeface="Times New Roman" panose="02020603050405020304" pitchFamily="18" charset="0"/>
              </a:rPr>
              <a:t>dự</a:t>
            </a:r>
            <a:r>
              <a:rPr lang="en-US" sz="2400" dirty="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cs typeface="Times New Roman" panose="02020603050405020304" pitchFamily="18" charset="0"/>
              </a:rPr>
              <a:t>báo</a:t>
            </a:r>
            <a:r>
              <a:rPr lang="en-US" sz="2400" dirty="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cs typeface="Times New Roman" panose="02020603050405020304" pitchFamily="18" charset="0"/>
              </a:rPr>
              <a:t>phụ</a:t>
            </a:r>
            <a:r>
              <a:rPr lang="en-US" sz="2400" dirty="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cs typeface="Times New Roman" panose="02020603050405020304" pitchFamily="18" charset="0"/>
              </a:rPr>
              <a:t>thuộc</a:t>
            </a:r>
            <a:r>
              <a:rPr lang="en-US" sz="2400" dirty="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cs typeface="Times New Roman" panose="02020603050405020304" pitchFamily="18" charset="0"/>
              </a:rPr>
              <a:t>vào</a:t>
            </a:r>
            <a:r>
              <a:rPr lang="en-US" sz="2400" dirty="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cs typeface="Times New Roman" panose="02020603050405020304" pitchFamily="18" charset="0"/>
              </a:rPr>
              <a:t>những</a:t>
            </a:r>
            <a:r>
              <a:rPr lang="en-US" sz="2400" dirty="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cs typeface="Times New Roman" panose="02020603050405020304" pitchFamily="18" charset="0"/>
              </a:rPr>
              <a:t>yếu</a:t>
            </a:r>
            <a:r>
              <a:rPr lang="en-US" sz="2400" dirty="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cs typeface="Times New Roman" panose="02020603050405020304" pitchFamily="18" charset="0"/>
              </a:rPr>
              <a:t>tố</a:t>
            </a:r>
            <a:r>
              <a:rPr lang="en-US" sz="2400" dirty="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cs typeface="Times New Roman" panose="02020603050405020304" pitchFamily="18" charset="0"/>
              </a:rPr>
              <a:t>nào</a:t>
            </a:r>
            <a:r>
              <a:rPr lang="en-US" sz="2400" dirty="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cs typeface="Times New Roman" panose="02020603050405020304" pitchFamily="18" charset="0"/>
              </a:rPr>
              <a:t>?</a:t>
            </a:r>
            <a:endParaRPr lang="en-US" sz="2400" dirty="0">
              <a:solidFill>
                <a:srgbClr val="FF0000"/>
              </a:solidFill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C:\Users\ADMIN\Desktop\image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72200" y="4765496"/>
            <a:ext cx="2971800" cy="209250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44953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err="1">
                <a:solidFill>
                  <a:schemeClr val="tx1"/>
                </a:solidFill>
              </a:rPr>
              <a:t>Quy</a:t>
            </a:r>
            <a:r>
              <a:rPr lang="en-US" sz="3600" dirty="0">
                <a:solidFill>
                  <a:schemeClr val="tx1"/>
                </a:solidFill>
              </a:rPr>
              <a:t> </a:t>
            </a:r>
            <a:r>
              <a:rPr lang="en-US" sz="3600" dirty="0" err="1">
                <a:solidFill>
                  <a:schemeClr val="tx1"/>
                </a:solidFill>
              </a:rPr>
              <a:t>mô</a:t>
            </a:r>
            <a:r>
              <a:rPr lang="en-US" sz="3600" dirty="0">
                <a:solidFill>
                  <a:schemeClr val="tx1"/>
                </a:solidFill>
              </a:rPr>
              <a:t> </a:t>
            </a:r>
            <a:r>
              <a:rPr lang="en-US" sz="3600" dirty="0" err="1">
                <a:solidFill>
                  <a:schemeClr val="tx1"/>
                </a:solidFill>
              </a:rPr>
              <a:t>thị</a:t>
            </a:r>
            <a:r>
              <a:rPr lang="en-US" sz="3600" dirty="0">
                <a:solidFill>
                  <a:schemeClr val="tx1"/>
                </a:solidFill>
              </a:rPr>
              <a:t> </a:t>
            </a:r>
            <a:r>
              <a:rPr lang="en-US" sz="3600" dirty="0" err="1">
                <a:solidFill>
                  <a:schemeClr val="tx1"/>
                </a:solidFill>
              </a:rPr>
              <a:t>trường</a:t>
            </a:r>
            <a:r>
              <a:rPr lang="en-US" sz="3600" dirty="0">
                <a:solidFill>
                  <a:schemeClr val="tx1"/>
                </a:solidFill>
              </a:rPr>
              <a:t> </a:t>
            </a:r>
            <a:r>
              <a:rPr lang="en-US" sz="3600" dirty="0" err="1">
                <a:solidFill>
                  <a:schemeClr val="tx1"/>
                </a:solidFill>
              </a:rPr>
              <a:t>lớn</a:t>
            </a:r>
            <a:r>
              <a:rPr lang="en-US" sz="3600" dirty="0">
                <a:solidFill>
                  <a:schemeClr val="tx1"/>
                </a:solidFill>
              </a:rPr>
              <a:t> hay </a:t>
            </a:r>
            <a:r>
              <a:rPr lang="en-US" sz="3600" dirty="0" err="1">
                <a:solidFill>
                  <a:schemeClr val="tx1"/>
                </a:solidFill>
              </a:rPr>
              <a:t>nhỏ</a:t>
            </a:r>
            <a:r>
              <a:rPr lang="en-US" sz="3600" dirty="0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4" name="Diagram 3"/>
          <p:cNvGraphicFramePr/>
          <p:nvPr/>
        </p:nvGraphicFramePr>
        <p:xfrm>
          <a:off x="2971800" y="1803400"/>
          <a:ext cx="5715000" cy="4597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2768405"/>
            <a:ext cx="2438400" cy="180359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3 </a:t>
            </a:r>
            <a:r>
              <a:rPr lang="en-US" sz="3200" dirty="0" err="1"/>
              <a:t>đặc</a:t>
            </a:r>
            <a:r>
              <a:rPr lang="en-US" sz="3200" dirty="0"/>
              <a:t> </a:t>
            </a:r>
            <a:r>
              <a:rPr lang="en-US" sz="3200" dirty="0" err="1"/>
              <a:t>điểm</a:t>
            </a:r>
            <a:r>
              <a:rPr lang="en-US" sz="3200" dirty="0"/>
              <a:t> </a:t>
            </a:r>
            <a:r>
              <a:rPr lang="en-US" sz="3200" dirty="0" err="1"/>
              <a:t>của</a:t>
            </a:r>
            <a:r>
              <a:rPr lang="en-US" sz="3200" dirty="0"/>
              <a:t> </a:t>
            </a:r>
            <a:r>
              <a:rPr lang="en-US" sz="3200" dirty="0" err="1">
                <a:solidFill>
                  <a:srgbClr val="FF0000"/>
                </a:solidFill>
              </a:rPr>
              <a:t>người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mua</a:t>
            </a:r>
            <a:endParaRPr lang="en-US" sz="3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686800" cy="990600"/>
          </a:xfr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r>
              <a:rPr lang="en-US" sz="3600" b="1" dirty="0"/>
              <a:t>- </a:t>
            </a:r>
            <a:r>
              <a:rPr lang="en-US" sz="3600" b="1" dirty="0" err="1"/>
              <a:t>Đo</a:t>
            </a:r>
            <a:r>
              <a:rPr lang="en-US" sz="3600" b="1" dirty="0"/>
              <a:t> </a:t>
            </a:r>
            <a:r>
              <a:rPr lang="en-US" sz="3600" b="1" dirty="0" err="1"/>
              <a:t>lường</a:t>
            </a:r>
            <a:r>
              <a:rPr lang="en-US" sz="3600" b="1" dirty="0"/>
              <a:t> </a:t>
            </a:r>
            <a:r>
              <a:rPr lang="en-US" sz="3600" b="1" dirty="0" err="1"/>
              <a:t>nhu</a:t>
            </a:r>
            <a:r>
              <a:rPr lang="en-US" sz="3600" b="1" dirty="0"/>
              <a:t> </a:t>
            </a:r>
            <a:r>
              <a:rPr lang="en-US" sz="3600" b="1" dirty="0" err="1"/>
              <a:t>cầu</a:t>
            </a:r>
            <a:r>
              <a:rPr lang="en-US" sz="3600" b="1" dirty="0"/>
              <a:t> </a:t>
            </a:r>
            <a:r>
              <a:rPr lang="en-US" sz="3600" b="1" dirty="0" err="1"/>
              <a:t>thi</a:t>
            </a:r>
            <a:r>
              <a:rPr lang="en-US" sz="3600" b="1" dirty="0"/>
              <a:t>̣ </a:t>
            </a:r>
            <a:r>
              <a:rPr lang="en-US" sz="3600" b="1" dirty="0" err="1"/>
              <a:t>trường</a:t>
            </a:r>
            <a:r>
              <a:rPr lang="en-US" sz="3600" b="1" dirty="0"/>
              <a:t> </a:t>
            </a:r>
            <a:r>
              <a:rPr lang="en-US" sz="3600" b="1" dirty="0" err="1"/>
              <a:t>hiện</a:t>
            </a:r>
            <a:r>
              <a:rPr lang="en-US" sz="3600" b="1" dirty="0"/>
              <a:t> </a:t>
            </a:r>
            <a:r>
              <a:rPr lang="en-US" sz="3600" b="1" dirty="0" err="1"/>
              <a:t>tại</a:t>
            </a:r>
            <a:r>
              <a:rPr lang="en-US" sz="3600" dirty="0"/>
              <a:t>.</a:t>
            </a:r>
            <a:br>
              <a:rPr lang="en-US" sz="3600" b="1" dirty="0"/>
            </a:b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24000"/>
            <a:ext cx="4495800" cy="2925763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800" dirty="0">
                <a:solidFill>
                  <a:srgbClr val="FF0000"/>
                </a:solidFill>
              </a:rPr>
              <a:t>    </a:t>
            </a:r>
            <a:r>
              <a:rPr lang="en-US" sz="2800" dirty="0" err="1">
                <a:solidFill>
                  <a:srgbClr val="FF0000"/>
                </a:solidFill>
              </a:rPr>
              <a:t>Tổng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nhu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cầu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thi</a:t>
            </a:r>
            <a:r>
              <a:rPr lang="en-US" sz="2800" dirty="0">
                <a:solidFill>
                  <a:srgbClr val="FF0000"/>
                </a:solidFill>
              </a:rPr>
              <a:t>̣ </a:t>
            </a:r>
            <a:r>
              <a:rPr lang="en-US" sz="2800" dirty="0" err="1">
                <a:solidFill>
                  <a:srgbClr val="FF0000"/>
                </a:solidFill>
              </a:rPr>
              <a:t>trường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đối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với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một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sản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phẩm</a:t>
            </a:r>
            <a:r>
              <a:rPr lang="en-US" sz="2800" dirty="0">
                <a:solidFill>
                  <a:srgbClr val="FF0000"/>
                </a:solidFill>
              </a:rPr>
              <a:t> là </a:t>
            </a:r>
            <a:r>
              <a:rPr lang="en-US" sz="2800" dirty="0" err="1">
                <a:solidFill>
                  <a:srgbClr val="FF0000"/>
                </a:solidFill>
              </a:rPr>
              <a:t>tổng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khối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lượng</a:t>
            </a:r>
            <a:r>
              <a:rPr lang="en-US" sz="2800" dirty="0">
                <a:solidFill>
                  <a:srgbClr val="FF0000"/>
                </a:solidFill>
              </a:rPr>
              <a:t> (</a:t>
            </a:r>
            <a:r>
              <a:rPr lang="en-US" sz="2800" dirty="0" err="1">
                <a:solidFill>
                  <a:srgbClr val="FF0000"/>
                </a:solidFill>
              </a:rPr>
              <a:t>giá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trị</a:t>
            </a:r>
            <a:r>
              <a:rPr lang="en-US" sz="2800" dirty="0">
                <a:solidFill>
                  <a:srgbClr val="FF0000"/>
                </a:solidFill>
              </a:rPr>
              <a:t>) sẽ </a:t>
            </a:r>
            <a:r>
              <a:rPr lang="en-US" sz="2800" dirty="0" err="1">
                <a:solidFill>
                  <a:srgbClr val="FF0000"/>
                </a:solidFill>
              </a:rPr>
              <a:t>được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mua</a:t>
            </a:r>
            <a:r>
              <a:rPr lang="en-US" sz="2800" dirty="0">
                <a:solidFill>
                  <a:srgbClr val="FF0000"/>
                </a:solidFill>
              </a:rPr>
              <a:t>, </a:t>
            </a:r>
            <a:r>
              <a:rPr lang="en-US" sz="2800" dirty="0" err="1">
                <a:solidFill>
                  <a:srgbClr val="FF0000"/>
                </a:solidFill>
              </a:rPr>
              <a:t>bởi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một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loại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khách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hàng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nhất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định</a:t>
            </a:r>
            <a:r>
              <a:rPr lang="en-US" sz="2800" dirty="0">
                <a:solidFill>
                  <a:srgbClr val="FF0000"/>
                </a:solidFill>
              </a:rPr>
              <a:t>, </a:t>
            </a:r>
            <a:r>
              <a:rPr lang="en-US" sz="2800" dirty="0" err="1">
                <a:solidFill>
                  <a:srgbClr val="FF0000"/>
                </a:solidFill>
              </a:rPr>
              <a:t>tại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một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khu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vực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địa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ly</a:t>
            </a:r>
            <a:r>
              <a:rPr lang="en-US" sz="2800" dirty="0">
                <a:solidFill>
                  <a:srgbClr val="FF0000"/>
                </a:solidFill>
              </a:rPr>
              <a:t>́ </a:t>
            </a:r>
            <a:r>
              <a:rPr lang="en-US" sz="2800" dirty="0" err="1">
                <a:solidFill>
                  <a:srgbClr val="FF0000"/>
                </a:solidFill>
              </a:rPr>
              <a:t>nhất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định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dưới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một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mức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đô</a:t>
            </a:r>
            <a:r>
              <a:rPr lang="en-US" sz="2800" dirty="0">
                <a:solidFill>
                  <a:srgbClr val="FF0000"/>
                </a:solidFill>
              </a:rPr>
              <a:t>̣ </a:t>
            </a:r>
            <a:r>
              <a:rPr lang="en-US" sz="2800" dirty="0" err="1">
                <a:solidFill>
                  <a:srgbClr val="FF0000"/>
                </a:solidFill>
              </a:rPr>
              <a:t>va</a:t>
            </a:r>
            <a:r>
              <a:rPr lang="en-US" sz="2800" dirty="0">
                <a:solidFill>
                  <a:srgbClr val="FF0000"/>
                </a:solidFill>
              </a:rPr>
              <a:t>̀ </a:t>
            </a:r>
            <a:r>
              <a:rPr lang="en-US" sz="2800" dirty="0" err="1">
                <a:solidFill>
                  <a:srgbClr val="FF0000"/>
                </a:solidFill>
              </a:rPr>
              <a:t>phối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hợp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nhất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định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các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nỗ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lực</a:t>
            </a:r>
            <a:r>
              <a:rPr lang="en-US" sz="2800" dirty="0">
                <a:solidFill>
                  <a:srgbClr val="FF0000"/>
                </a:solidFill>
              </a:rPr>
              <a:t> marketing </a:t>
            </a:r>
            <a:r>
              <a:rPr lang="en-US" sz="2800" dirty="0" err="1">
                <a:solidFill>
                  <a:srgbClr val="FF0000"/>
                </a:solidFill>
              </a:rPr>
              <a:t>của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ngành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sản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xuất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sản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phẩm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đo</a:t>
            </a:r>
            <a:r>
              <a:rPr lang="en-US" sz="2800" dirty="0">
                <a:solidFill>
                  <a:srgbClr val="FF0000"/>
                </a:solidFill>
              </a:rPr>
              <a:t>́.</a:t>
            </a:r>
          </a:p>
        </p:txBody>
      </p:sp>
      <p:sp>
        <p:nvSpPr>
          <p:cNvPr id="5" name="Rectangle 4"/>
          <p:cNvSpPr/>
          <p:nvPr/>
        </p:nvSpPr>
        <p:spPr>
          <a:xfrm>
            <a:off x="5105400" y="1560016"/>
            <a:ext cx="35814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Theo  </a:t>
            </a:r>
            <a:r>
              <a:rPr lang="en-US" sz="2400" dirty="0" err="1"/>
              <a:t>giá</a:t>
            </a:r>
            <a:r>
              <a:rPr lang="en-US" sz="2400" dirty="0"/>
              <a:t> </a:t>
            </a:r>
            <a:r>
              <a:rPr lang="en-US" sz="2400" dirty="0" err="1"/>
              <a:t>trị</a:t>
            </a:r>
            <a:endParaRPr lang="en-US" sz="2400" dirty="0"/>
          </a:p>
          <a:p>
            <a:r>
              <a:rPr lang="en-US" sz="2400" dirty="0"/>
              <a:t>Q  =   n  x  q   x   p </a:t>
            </a:r>
          </a:p>
          <a:p>
            <a:r>
              <a:rPr lang="en-US" sz="2400" dirty="0" err="1"/>
              <a:t>Trong</a:t>
            </a:r>
            <a:r>
              <a:rPr lang="en-US" sz="2400" dirty="0"/>
              <a:t> </a:t>
            </a:r>
            <a:r>
              <a:rPr lang="en-US" sz="2400" dirty="0" err="1"/>
              <a:t>đo</a:t>
            </a:r>
            <a:r>
              <a:rPr lang="en-US" sz="2400" dirty="0"/>
              <a:t>́:</a:t>
            </a:r>
          </a:p>
          <a:p>
            <a:r>
              <a:rPr lang="en-US" sz="2400" dirty="0"/>
              <a:t>Q: </a:t>
            </a:r>
            <a:r>
              <a:rPr lang="en-US" sz="2400" dirty="0" err="1"/>
              <a:t>tổng</a:t>
            </a:r>
            <a:r>
              <a:rPr lang="en-US" sz="2400" dirty="0"/>
              <a:t> </a:t>
            </a:r>
            <a:r>
              <a:rPr lang="en-US" sz="2400" dirty="0" err="1"/>
              <a:t>nhu</a:t>
            </a:r>
            <a:r>
              <a:rPr lang="en-US" sz="2400" dirty="0"/>
              <a:t> </a:t>
            </a:r>
            <a:r>
              <a:rPr lang="en-US" sz="2400" dirty="0" err="1"/>
              <a:t>cầu</a:t>
            </a:r>
            <a:r>
              <a:rPr lang="en-US" sz="2400" dirty="0"/>
              <a:t> </a:t>
            </a:r>
            <a:r>
              <a:rPr lang="en-US" sz="2400" dirty="0" err="1"/>
              <a:t>thi</a:t>
            </a:r>
            <a:r>
              <a:rPr lang="en-US" sz="2400" dirty="0"/>
              <a:t>̣ </a:t>
            </a:r>
            <a:r>
              <a:rPr lang="en-US" sz="2400" dirty="0" err="1"/>
              <a:t>trường</a:t>
            </a:r>
            <a:endParaRPr lang="en-US" sz="2400" dirty="0"/>
          </a:p>
          <a:p>
            <a:r>
              <a:rPr lang="en-US" sz="2400" dirty="0"/>
              <a:t>n: </a:t>
            </a:r>
            <a:r>
              <a:rPr lang="en-US" sz="2400" dirty="0" err="1"/>
              <a:t>sô</a:t>
            </a:r>
            <a:r>
              <a:rPr lang="en-US" sz="2400" dirty="0"/>
              <a:t>́ </a:t>
            </a:r>
            <a:r>
              <a:rPr lang="en-US" sz="2400" dirty="0" err="1"/>
              <a:t>lượng</a:t>
            </a:r>
            <a:r>
              <a:rPr lang="en-US" sz="2400" dirty="0"/>
              <a:t> </a:t>
            </a:r>
            <a:r>
              <a:rPr lang="en-US" sz="2400" dirty="0" err="1"/>
              <a:t>người</a:t>
            </a:r>
            <a:r>
              <a:rPr lang="en-US" sz="2400" dirty="0"/>
              <a:t> </a:t>
            </a:r>
            <a:r>
              <a:rPr lang="en-US" sz="2400" dirty="0" err="1"/>
              <a:t>mua</a:t>
            </a:r>
            <a:r>
              <a:rPr lang="en-US" sz="2400" dirty="0"/>
              <a:t> </a:t>
            </a:r>
            <a:r>
              <a:rPr lang="en-US" sz="2400" dirty="0" err="1"/>
              <a:t>trong</a:t>
            </a:r>
            <a:r>
              <a:rPr lang="en-US" sz="2400" dirty="0"/>
              <a:t> </a:t>
            </a:r>
            <a:r>
              <a:rPr lang="en-US" sz="2400" dirty="0" err="1"/>
              <a:t>thi</a:t>
            </a:r>
            <a:r>
              <a:rPr lang="en-US" sz="2400" dirty="0"/>
              <a:t>̣ </a:t>
            </a:r>
            <a:r>
              <a:rPr lang="en-US" sz="2400" dirty="0" err="1"/>
              <a:t>trường</a:t>
            </a:r>
            <a:endParaRPr lang="en-US" sz="2400" dirty="0"/>
          </a:p>
          <a:p>
            <a:r>
              <a:rPr lang="en-US" sz="2400" dirty="0"/>
              <a:t>q: </a:t>
            </a:r>
            <a:r>
              <a:rPr lang="en-US" sz="2400" dirty="0" err="1"/>
              <a:t>sô</a:t>
            </a:r>
            <a:r>
              <a:rPr lang="en-US" sz="2400" dirty="0"/>
              <a:t>́ </a:t>
            </a:r>
            <a:r>
              <a:rPr lang="en-US" sz="2400" dirty="0" err="1"/>
              <a:t>lượng</a:t>
            </a:r>
            <a:r>
              <a:rPr lang="en-US" sz="2400" dirty="0"/>
              <a:t> mà </a:t>
            </a:r>
            <a:r>
              <a:rPr lang="en-US" sz="2400" dirty="0" err="1"/>
              <a:t>một</a:t>
            </a:r>
            <a:r>
              <a:rPr lang="en-US" sz="2400" dirty="0"/>
              <a:t> </a:t>
            </a:r>
            <a:r>
              <a:rPr lang="en-US" sz="2400" dirty="0" err="1"/>
              <a:t>khách</a:t>
            </a:r>
            <a:r>
              <a:rPr lang="en-US" sz="2400" dirty="0"/>
              <a:t> </a:t>
            </a:r>
            <a:r>
              <a:rPr lang="en-US" sz="2400" dirty="0" err="1"/>
              <a:t>hàng</a:t>
            </a:r>
            <a:r>
              <a:rPr lang="en-US" sz="2400" dirty="0"/>
              <a:t> </a:t>
            </a:r>
            <a:r>
              <a:rPr lang="en-US" sz="2400" dirty="0" err="1"/>
              <a:t>đa</a:t>
            </a:r>
            <a:r>
              <a:rPr lang="en-US" sz="2400" dirty="0"/>
              <a:t>̃ </a:t>
            </a:r>
            <a:r>
              <a:rPr lang="en-US" sz="2400" dirty="0" err="1"/>
              <a:t>mua</a:t>
            </a:r>
            <a:r>
              <a:rPr lang="en-US" sz="2400" dirty="0"/>
              <a:t> </a:t>
            </a:r>
            <a:r>
              <a:rPr lang="en-US" sz="2400" dirty="0" err="1"/>
              <a:t>trong</a:t>
            </a:r>
            <a:r>
              <a:rPr lang="en-US" sz="2400" dirty="0"/>
              <a:t> </a:t>
            </a:r>
            <a:r>
              <a:rPr lang="en-US" sz="2400" dirty="0" err="1"/>
              <a:t>một</a:t>
            </a:r>
            <a:r>
              <a:rPr lang="en-US" sz="2400" dirty="0"/>
              <a:t> </a:t>
            </a:r>
            <a:r>
              <a:rPr lang="en-US" sz="2400" dirty="0" err="1"/>
              <a:t>năm</a:t>
            </a:r>
            <a:endParaRPr lang="en-US" sz="2400" dirty="0"/>
          </a:p>
          <a:p>
            <a:r>
              <a:rPr lang="en-US" sz="2400" dirty="0"/>
              <a:t>p: </a:t>
            </a:r>
            <a:r>
              <a:rPr lang="en-US" sz="2400" dirty="0" err="1"/>
              <a:t>mức</a:t>
            </a:r>
            <a:r>
              <a:rPr lang="en-US" sz="2400" dirty="0"/>
              <a:t> </a:t>
            </a:r>
            <a:r>
              <a:rPr lang="en-US" sz="2400" dirty="0" err="1"/>
              <a:t>gia</a:t>
            </a:r>
            <a:r>
              <a:rPr lang="en-US" sz="2400" dirty="0"/>
              <a:t>́ </a:t>
            </a:r>
            <a:r>
              <a:rPr lang="en-US" sz="2400" dirty="0" err="1"/>
              <a:t>trung</a:t>
            </a:r>
            <a:r>
              <a:rPr lang="en-US" sz="2400" dirty="0"/>
              <a:t> </a:t>
            </a:r>
            <a:r>
              <a:rPr lang="en-US" sz="2400" dirty="0" err="1"/>
              <a:t>bình</a:t>
            </a:r>
            <a:r>
              <a:rPr lang="en-US" sz="2400" dirty="0"/>
              <a:t> </a:t>
            </a:r>
            <a:r>
              <a:rPr lang="en-US" sz="2400" dirty="0" err="1"/>
              <a:t>của</a:t>
            </a:r>
            <a:r>
              <a:rPr lang="en-US" sz="2400" dirty="0"/>
              <a:t> </a:t>
            </a:r>
            <a:r>
              <a:rPr lang="en-US" sz="2400" dirty="0" err="1"/>
              <a:t>một</a:t>
            </a:r>
            <a:r>
              <a:rPr lang="en-US" sz="2400" dirty="0"/>
              <a:t> </a:t>
            </a:r>
            <a:r>
              <a:rPr lang="en-US" sz="2400" dirty="0" err="1"/>
              <a:t>đơn</a:t>
            </a:r>
            <a:r>
              <a:rPr lang="en-US" sz="2400" dirty="0"/>
              <a:t> vị </a:t>
            </a:r>
            <a:r>
              <a:rPr lang="en-US" sz="2400" dirty="0" err="1"/>
              <a:t>sản</a:t>
            </a:r>
            <a:r>
              <a:rPr lang="en-US" sz="2400" dirty="0"/>
              <a:t> </a:t>
            </a:r>
            <a:r>
              <a:rPr lang="en-US" sz="2400" dirty="0" err="1"/>
              <a:t>phẩm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b="1" dirty="0"/>
              <a:t>-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Dư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̣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báo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nhu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cầu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304681"/>
              </p:ext>
            </p:extLst>
          </p:nvPr>
        </p:nvGraphicFramePr>
        <p:xfrm>
          <a:off x="609600" y="2160588"/>
          <a:ext cx="6348413" cy="388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781801" cy="657224"/>
          </a:xfr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3.2 PHÂN ĐOẠN THỊ TRƯỜNG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676400"/>
            <a:ext cx="7162800" cy="4364963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gì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Vì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phải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đoạn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̣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trường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 descr="https://encrypted-tbn0.gstatic.com/images?q=tbn:ANd9GcRQ4w9g1ccWq1M5Aw43qjgeoGJUyFc9CJp8PI3M2MdarzRwrKaeyA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86450" y="1371600"/>
            <a:ext cx="2495550" cy="28479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3581400"/>
            <a:ext cx="2133600" cy="1143000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2400" dirty="0"/>
              <a:t>3 </a:t>
            </a:r>
            <a:r>
              <a:rPr lang="en-US" sz="2400" dirty="0" err="1"/>
              <a:t>cách</a:t>
            </a:r>
            <a:r>
              <a:rPr lang="en-US" sz="2400" dirty="0"/>
              <a:t> </a:t>
            </a:r>
            <a:r>
              <a:rPr lang="en-US" sz="2400" dirty="0" err="1"/>
              <a:t>tiếp</a:t>
            </a:r>
            <a:r>
              <a:rPr lang="en-US" sz="2400" dirty="0"/>
              <a:t> </a:t>
            </a:r>
            <a:r>
              <a:rPr lang="en-US" sz="2400" dirty="0" err="1"/>
              <a:t>cận</a:t>
            </a:r>
            <a:r>
              <a:rPr lang="en-US" sz="2400" dirty="0"/>
              <a:t> </a:t>
            </a:r>
            <a:r>
              <a:rPr lang="en-US" sz="2400" dirty="0" err="1"/>
              <a:t>thị</a:t>
            </a:r>
            <a:r>
              <a:rPr lang="en-US" sz="2400" dirty="0"/>
              <a:t> </a:t>
            </a:r>
            <a:r>
              <a:rPr lang="en-US" sz="2400" dirty="0" err="1"/>
              <a:t>trường</a:t>
            </a:r>
            <a:endParaRPr lang="en-US" sz="24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990600"/>
          <a:ext cx="8229600" cy="513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229600" cy="1143000"/>
          </a:xfr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l"/>
            <a:r>
              <a:rPr lang="en-US" dirty="0"/>
              <a:t>-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đoạn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̣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trường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5029200" cy="36576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800" dirty="0"/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kích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thích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marketing.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TT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chia TT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nhỏ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hơn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sở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biệt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nhu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ước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muốn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vi.</a:t>
            </a:r>
          </a:p>
        </p:txBody>
      </p:sp>
      <p:pic>
        <p:nvPicPr>
          <p:cNvPr id="3074" name="Picture 2" descr="https://encrypted-tbn2.gstatic.com/images?q=tbn:ANd9GcQAkxdSiRURbc-BSw_Bnsl0kxavugnOXsyIHqQXlnU8n7npCkvFlQ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38800" y="2057400"/>
            <a:ext cx="3314700" cy="33147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Các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thức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̀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pháp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đoạn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̣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trường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3545919"/>
              </p:ext>
            </p:extLst>
          </p:nvPr>
        </p:nvGraphicFramePr>
        <p:xfrm>
          <a:off x="457200" y="1600200"/>
          <a:ext cx="8229600" cy="5257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3496608"/>
              </p:ext>
            </p:extLst>
          </p:nvPr>
        </p:nvGraphicFramePr>
        <p:xfrm>
          <a:off x="609600" y="2057400"/>
          <a:ext cx="6858000" cy="414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6428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Tiêu</a:t>
                      </a:r>
                      <a:r>
                        <a:rPr lang="en-US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thức</a:t>
                      </a:r>
                      <a:r>
                        <a:rPr lang="en-US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phân</a:t>
                      </a:r>
                      <a:r>
                        <a:rPr lang="en-US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đoạn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538" marR="705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Yếu</a:t>
                      </a:r>
                      <a:r>
                        <a:rPr lang="en-US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tố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538" marR="7053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Ví</a:t>
                      </a:r>
                      <a:r>
                        <a:rPr lang="en-US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dụ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538" marR="7053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6428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Địa</a:t>
                      </a:r>
                      <a:r>
                        <a:rPr lang="en-US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lý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538" marR="70538"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Vùng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quốc</a:t>
                      </a:r>
                      <a:r>
                        <a:rPr lang="en-US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gia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538" marR="70538"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Dịch</a:t>
                      </a:r>
                      <a:r>
                        <a:rPr lang="en-US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vụ</a:t>
                      </a:r>
                      <a:r>
                        <a:rPr lang="en-US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chiếu</a:t>
                      </a:r>
                      <a:r>
                        <a:rPr lang="en-US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phim</a:t>
                      </a:r>
                      <a:r>
                        <a:rPr lang="en-US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.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538" marR="7053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6428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Nhân</a:t>
                      </a:r>
                      <a:r>
                        <a:rPr lang="en-US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khẩu</a:t>
                      </a:r>
                      <a:r>
                        <a:rPr lang="en-US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học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538" marR="70538"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Tuổi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giới</a:t>
                      </a:r>
                      <a:r>
                        <a:rPr lang="en-US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tính</a:t>
                      </a:r>
                      <a:r>
                        <a:rPr lang="en-US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538" marR="70538"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Dầu</a:t>
                      </a:r>
                      <a:r>
                        <a:rPr lang="en-US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gội</a:t>
                      </a:r>
                      <a:r>
                        <a:rPr lang="en-US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đầu</a:t>
                      </a:r>
                      <a:r>
                        <a:rPr lang="en-US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áo</a:t>
                      </a:r>
                      <a:r>
                        <a:rPr lang="en-US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quần</a:t>
                      </a:r>
                      <a:r>
                        <a:rPr lang="en-US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538" marR="7053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7078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Tâm</a:t>
                      </a:r>
                      <a:r>
                        <a:rPr lang="en-US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lý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538" marR="70538"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Vị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trí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xã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hội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lối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sống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nhân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cách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538" marR="70538"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Áo</a:t>
                      </a:r>
                      <a:r>
                        <a:rPr lang="en-US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quần</a:t>
                      </a:r>
                      <a:r>
                        <a:rPr lang="en-US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,…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538" marR="7053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87078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Hành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vi</a:t>
                      </a:r>
                    </a:p>
                  </a:txBody>
                  <a:tcPr marL="70538" marR="70538"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Lý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do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mua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hàng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Sự</a:t>
                      </a:r>
                      <a:r>
                        <a:rPr lang="en-US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trung</a:t>
                      </a:r>
                      <a:r>
                        <a:rPr lang="en-US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thành</a:t>
                      </a:r>
                      <a:r>
                        <a:rPr lang="en-US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lợi</a:t>
                      </a:r>
                      <a:r>
                        <a:rPr lang="en-US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ích</a:t>
                      </a:r>
                      <a:r>
                        <a:rPr lang="en-US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tìm</a:t>
                      </a:r>
                      <a:r>
                        <a:rPr lang="en-US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kiếm</a:t>
                      </a:r>
                      <a:r>
                        <a:rPr lang="en-US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538" marR="70538"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Sữa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mỹ</a:t>
                      </a:r>
                      <a:r>
                        <a:rPr lang="en-US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phẩm</a:t>
                      </a:r>
                      <a:r>
                        <a:rPr lang="en-US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538" marR="7053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đoạn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̣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trường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liệu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?)</a:t>
            </a: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r>
              <a:rPr lang="en-US" sz="3600" b="1" dirty="0"/>
              <a:t>-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Những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cầu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đối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với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đoạn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̣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trường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hiệu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quả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Tính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lường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đảm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lường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sức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KH ở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TT.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đủ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đủ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hứa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hẹn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lời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biệt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riêng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biệt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đòi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hỏi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 marketing – mix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riêng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Tính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khả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DN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cận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KH,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đủ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nguồn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lực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 marketing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7620001" cy="1219200"/>
          </a:xfr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l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3.3. LỰA CHỌN THỊ TRƯỜNG MỤC TIÊU</a:t>
            </a:r>
            <a:br>
              <a:rPr lang="en-US" sz="3200" b="1" dirty="0"/>
            </a:b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295400"/>
            <a:ext cx="8229600" cy="762000"/>
          </a:xfrm>
        </p:spPr>
        <p:txBody>
          <a:bodyPr/>
          <a:lstStyle/>
          <a:p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3.3.1. </a:t>
            </a:r>
            <a:r>
              <a:rPr lang="en-US" sz="2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Đánh</a:t>
            </a: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</a:t>
            </a: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́ </a:t>
            </a:r>
            <a:r>
              <a:rPr lang="en-US" sz="2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các</a:t>
            </a: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đoạn</a:t>
            </a: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</a:t>
            </a: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̣ </a:t>
            </a:r>
            <a:r>
              <a:rPr lang="en-US" sz="2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trường</a:t>
            </a:r>
            <a:endParaRPr lang="en-US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2847041843"/>
              </p:ext>
            </p:extLst>
          </p:nvPr>
        </p:nvGraphicFramePr>
        <p:xfrm>
          <a:off x="914400" y="2286000"/>
          <a:ext cx="7620000" cy="3581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3200" dirty="0" err="1"/>
              <a:t>Đánh</a:t>
            </a:r>
            <a:r>
              <a:rPr lang="en-US" sz="3200" dirty="0"/>
              <a:t> </a:t>
            </a:r>
            <a:r>
              <a:rPr lang="en-US" sz="3200" dirty="0" err="1"/>
              <a:t>giá</a:t>
            </a:r>
            <a:r>
              <a:rPr lang="en-US" sz="3200" dirty="0"/>
              <a:t> </a:t>
            </a:r>
            <a:r>
              <a:rPr lang="en-US" sz="3200" dirty="0" err="1"/>
              <a:t>mức</a:t>
            </a:r>
            <a:r>
              <a:rPr lang="en-US" sz="3200" dirty="0"/>
              <a:t> </a:t>
            </a:r>
            <a:r>
              <a:rPr lang="en-US" sz="3200" dirty="0" err="1"/>
              <a:t>độ</a:t>
            </a:r>
            <a:r>
              <a:rPr lang="en-US" sz="3200" dirty="0"/>
              <a:t> </a:t>
            </a:r>
            <a:r>
              <a:rPr lang="en-US" sz="3200" dirty="0" err="1"/>
              <a:t>hấp</a:t>
            </a:r>
            <a:r>
              <a:rPr lang="en-US" sz="3200" dirty="0"/>
              <a:t> </a:t>
            </a:r>
            <a:r>
              <a:rPr lang="en-US" sz="3200" dirty="0" err="1"/>
              <a:t>dẫn</a:t>
            </a:r>
            <a:r>
              <a:rPr lang="en-US" sz="3200" dirty="0"/>
              <a:t> </a:t>
            </a:r>
            <a:r>
              <a:rPr lang="en-US" sz="3200" dirty="0" err="1"/>
              <a:t>của</a:t>
            </a:r>
            <a:r>
              <a:rPr lang="en-US" sz="3200" dirty="0"/>
              <a:t> </a:t>
            </a:r>
            <a:r>
              <a:rPr lang="en-US" sz="3200" dirty="0" err="1"/>
              <a:t>đoạn</a:t>
            </a:r>
            <a:r>
              <a:rPr lang="en-US" sz="3200" dirty="0"/>
              <a:t> </a:t>
            </a:r>
            <a:r>
              <a:rPr lang="en-US" sz="3200" dirty="0" err="1"/>
              <a:t>thị</a:t>
            </a:r>
            <a:r>
              <a:rPr lang="en-US" sz="3200" dirty="0"/>
              <a:t> </a:t>
            </a:r>
            <a:r>
              <a:rPr lang="en-US" sz="3200" dirty="0" err="1"/>
              <a:t>trường</a:t>
            </a:r>
            <a:endParaRPr lang="en-US" sz="3200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7200" y="2332037"/>
            <a:ext cx="441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Nhận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diện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và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khác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biệt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Bền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vững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Tiếp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cận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được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Có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phản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hồi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Sinh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lời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1506" name="Picture 2" descr="http://www.foman.vn/Upload/tin-tuc/quan-tri-nhan-su/Danh-gia-nhan-vien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81600" y="2819400"/>
            <a:ext cx="2562225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diện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biệt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- </a:t>
            </a:r>
            <a:r>
              <a:rPr lang="en-US" dirty="0" err="1"/>
              <a:t>họ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ai</a:t>
            </a:r>
            <a:r>
              <a:rPr lang="en-US" dirty="0"/>
              <a:t>?</a:t>
            </a:r>
          </a:p>
          <a:p>
            <a:r>
              <a:rPr lang="en-US" dirty="0" err="1"/>
              <a:t>Đây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khúc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trường</a:t>
            </a:r>
            <a:r>
              <a:rPr lang="en-US" dirty="0"/>
              <a:t> </a:t>
            </a:r>
            <a:r>
              <a:rPr lang="en-US" dirty="0" err="1"/>
              <a:t>duy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?</a:t>
            </a:r>
          </a:p>
          <a:p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khúc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trường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đòi</a:t>
            </a:r>
            <a:r>
              <a:rPr lang="en-US" dirty="0"/>
              <a:t> </a:t>
            </a:r>
            <a:r>
              <a:rPr lang="en-US" dirty="0" err="1"/>
              <a:t>hỏi</a:t>
            </a:r>
            <a:r>
              <a:rPr lang="en-US" dirty="0"/>
              <a:t> 1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marketing </a:t>
            </a:r>
            <a:r>
              <a:rPr lang="en-US" dirty="0" err="1"/>
              <a:t>riêng</a:t>
            </a:r>
            <a:r>
              <a:rPr lang="en-US" dirty="0"/>
              <a:t> </a:t>
            </a:r>
            <a:r>
              <a:rPr lang="en-US" dirty="0" err="1"/>
              <a:t>biệt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?</a:t>
            </a:r>
          </a:p>
        </p:txBody>
      </p:sp>
      <p:pic>
        <p:nvPicPr>
          <p:cNvPr id="20482" name="Picture 2" descr="http://tgmbooks.vn/wp-content/uploads/2012/12/stand-ou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67400" y="40005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err="1"/>
              <a:t>Bền</a:t>
            </a:r>
            <a:r>
              <a:rPr lang="en-US" dirty="0"/>
              <a:t> </a:t>
            </a:r>
            <a:r>
              <a:rPr lang="en-US" dirty="0" err="1"/>
              <a:t>vững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vừa</a:t>
            </a:r>
            <a:r>
              <a:rPr lang="en-US" dirty="0"/>
              <a:t> </a:t>
            </a:r>
            <a:r>
              <a:rPr lang="en-US" dirty="0" err="1"/>
              <a:t>đủ</a:t>
            </a:r>
            <a:endParaRPr lang="en-US" dirty="0"/>
          </a:p>
          <a:p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bỏ</a:t>
            </a:r>
            <a:r>
              <a:rPr lang="en-US" dirty="0"/>
              <a:t> </a:t>
            </a:r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nhỏ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ý </a:t>
            </a:r>
            <a:r>
              <a:rPr lang="en-US" dirty="0" err="1"/>
              <a:t>nghĩa</a:t>
            </a:r>
            <a:endParaRPr lang="en-US" dirty="0"/>
          </a:p>
          <a:p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bỏ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trường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lời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9458" name="Picture 2" descr="https://encrypted-tbn3.gstatic.com/images?q=tbn:ANd9GcTAFdXeVj7uTPQQT0mlNElGtFeHMAGYIR_qtKF_1PGi8tHjs1tU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43600" y="3733800"/>
            <a:ext cx="2609850" cy="2386355"/>
          </a:xfrm>
          <a:prstGeom prst="rect">
            <a:avLst/>
          </a:prstGeom>
          <a:noFill/>
        </p:spPr>
      </p:pic>
      <p:pic>
        <p:nvPicPr>
          <p:cNvPr id="19460" name="Picture 4" descr="http://www.doanhnhansaigon.vn/files/articles/971/dautu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72200" y="990600"/>
            <a:ext cx="2483855" cy="24003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2600" y="304800"/>
            <a:ext cx="5867400" cy="1143000"/>
          </a:xfr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cận</a:t>
            </a:r>
            <a:r>
              <a:rPr lang="en-US" dirty="0"/>
              <a:t> </a:t>
            </a:r>
            <a:r>
              <a:rPr lang="en-US" dirty="0" err="1"/>
              <a:t>được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4572000"/>
            <a:ext cx="3200400" cy="1447800"/>
          </a:xfrm>
        </p:spPr>
        <p:txBody>
          <a:bodyPr>
            <a:normAutofit/>
          </a:bodyPr>
          <a:lstStyle/>
          <a:p>
            <a:r>
              <a:rPr lang="en-US" dirty="0" err="1"/>
              <a:t>Kênh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phối</a:t>
            </a:r>
            <a:endParaRPr lang="en-US" dirty="0"/>
          </a:p>
        </p:txBody>
      </p:sp>
      <p:pic>
        <p:nvPicPr>
          <p:cNvPr id="32770" name="Picture 2" descr="http://www.misa.com.vn/Portals/0/Upload2012/gmailcom/Images/truyen-thong-quang-cao-xe-song-m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676400"/>
            <a:ext cx="3924300" cy="2647951"/>
          </a:xfrm>
          <a:prstGeom prst="rect">
            <a:avLst/>
          </a:prstGeom>
          <a:noFill/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685800" y="4495800"/>
            <a:ext cx="3200400" cy="144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Truyền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thông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32772" name="Picture 4" descr="https://encrypted-tbn1.gstatic.com/images?q=tbn:ANd9GcQX70gaUdUBu-ZYMvuKFPVEhTwIfdx44q4SBF0exq00IWuW-7iL2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10200" y="1524000"/>
            <a:ext cx="3486150" cy="2895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err="1"/>
              <a:t>Phản</a:t>
            </a:r>
            <a:r>
              <a:rPr lang="en-US" dirty="0"/>
              <a:t> </a:t>
            </a:r>
            <a:r>
              <a:rPr lang="en-US" dirty="0" err="1"/>
              <a:t>hồi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cực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4102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:</a:t>
            </a:r>
          </a:p>
          <a:p>
            <a:r>
              <a:rPr lang="en-US" sz="3000" dirty="0" err="1"/>
              <a:t>Phản</a:t>
            </a:r>
            <a:r>
              <a:rPr lang="en-US" sz="3000" dirty="0"/>
              <a:t> </a:t>
            </a:r>
            <a:r>
              <a:rPr lang="en-US" sz="3000" dirty="0" err="1"/>
              <a:t>hồi</a:t>
            </a:r>
            <a:r>
              <a:rPr lang="en-US" sz="3000" dirty="0"/>
              <a:t> </a:t>
            </a:r>
            <a:r>
              <a:rPr lang="en-US" sz="3000" dirty="0" err="1"/>
              <a:t>tích</a:t>
            </a:r>
            <a:r>
              <a:rPr lang="en-US" sz="3000" dirty="0"/>
              <a:t> </a:t>
            </a:r>
            <a:r>
              <a:rPr lang="en-US" sz="3000" dirty="0" err="1"/>
              <a:t>cực</a:t>
            </a:r>
            <a:r>
              <a:rPr lang="en-US" sz="3000" dirty="0"/>
              <a:t> </a:t>
            </a:r>
            <a:r>
              <a:rPr lang="en-US" sz="3000" dirty="0" err="1"/>
              <a:t>với</a:t>
            </a:r>
            <a:r>
              <a:rPr lang="en-US" sz="3000" dirty="0"/>
              <a:t> </a:t>
            </a:r>
            <a:r>
              <a:rPr lang="en-US" sz="3000" dirty="0" err="1"/>
              <a:t>chào</a:t>
            </a:r>
            <a:r>
              <a:rPr lang="en-US" sz="3000" dirty="0"/>
              <a:t> </a:t>
            </a:r>
            <a:r>
              <a:rPr lang="en-US" sz="3000" dirty="0" err="1"/>
              <a:t>hàng</a:t>
            </a:r>
            <a:r>
              <a:rPr lang="en-US" sz="3000" dirty="0"/>
              <a:t> </a:t>
            </a:r>
            <a:r>
              <a:rPr lang="en-US" sz="3000" dirty="0" err="1"/>
              <a:t>của</a:t>
            </a:r>
            <a:r>
              <a:rPr lang="en-US" sz="3000" dirty="0"/>
              <a:t> </a:t>
            </a:r>
            <a:r>
              <a:rPr lang="en-US" sz="3000" dirty="0" err="1"/>
              <a:t>doanh</a:t>
            </a:r>
            <a:r>
              <a:rPr lang="en-US" sz="3000" dirty="0"/>
              <a:t> </a:t>
            </a:r>
            <a:r>
              <a:rPr lang="en-US" sz="3000" dirty="0" err="1"/>
              <a:t>nghiệp</a:t>
            </a:r>
            <a:endParaRPr lang="en-US" sz="3000" dirty="0"/>
          </a:p>
          <a:p>
            <a:r>
              <a:rPr lang="en-US" sz="3000" dirty="0" err="1"/>
              <a:t>Có</a:t>
            </a:r>
            <a:r>
              <a:rPr lang="en-US" sz="3000" dirty="0"/>
              <a:t> </a:t>
            </a:r>
            <a:r>
              <a:rPr lang="en-US" sz="3000" dirty="0" err="1"/>
              <a:t>thiện</a:t>
            </a:r>
            <a:r>
              <a:rPr lang="en-US" sz="3000" dirty="0"/>
              <a:t> </a:t>
            </a:r>
            <a:r>
              <a:rPr lang="en-US" sz="3000" dirty="0" err="1"/>
              <a:t>chí</a:t>
            </a:r>
            <a:r>
              <a:rPr lang="en-US" sz="3000" dirty="0"/>
              <a:t> </a:t>
            </a:r>
            <a:r>
              <a:rPr lang="en-US" sz="3000" dirty="0" err="1"/>
              <a:t>với</a:t>
            </a:r>
            <a:r>
              <a:rPr lang="en-US" sz="3000" dirty="0"/>
              <a:t> </a:t>
            </a:r>
            <a:r>
              <a:rPr lang="en-US" sz="3000" dirty="0" err="1"/>
              <a:t>sản</a:t>
            </a:r>
            <a:r>
              <a:rPr lang="en-US" sz="3000" dirty="0"/>
              <a:t> </a:t>
            </a:r>
            <a:r>
              <a:rPr lang="en-US" sz="3000" dirty="0" err="1"/>
              <a:t>phẩm</a:t>
            </a:r>
            <a:endParaRPr lang="en-US" sz="3000" dirty="0"/>
          </a:p>
          <a:p>
            <a:r>
              <a:rPr lang="en-US" sz="3000" dirty="0" err="1"/>
              <a:t>Chấp</a:t>
            </a:r>
            <a:r>
              <a:rPr lang="en-US" sz="3000" dirty="0"/>
              <a:t> </a:t>
            </a:r>
            <a:r>
              <a:rPr lang="en-US" sz="3000" dirty="0" err="1"/>
              <a:t>nhận</a:t>
            </a:r>
            <a:r>
              <a:rPr lang="en-US" sz="3000" dirty="0"/>
              <a:t> </a:t>
            </a:r>
            <a:r>
              <a:rPr lang="en-US" sz="3000" dirty="0" err="1"/>
              <a:t>với</a:t>
            </a:r>
            <a:r>
              <a:rPr lang="en-US" sz="3000" dirty="0"/>
              <a:t> </a:t>
            </a:r>
            <a:r>
              <a:rPr lang="en-US" sz="3000" dirty="0" err="1"/>
              <a:t>định</a:t>
            </a:r>
            <a:r>
              <a:rPr lang="en-US" sz="3000" dirty="0"/>
              <a:t> </a:t>
            </a:r>
            <a:r>
              <a:rPr lang="en-US" sz="3000" dirty="0" err="1"/>
              <a:t>đề</a:t>
            </a:r>
            <a:r>
              <a:rPr lang="en-US" sz="3000" dirty="0"/>
              <a:t> </a:t>
            </a:r>
            <a:r>
              <a:rPr lang="en-US" sz="3000" dirty="0" err="1"/>
              <a:t>giá</a:t>
            </a:r>
            <a:r>
              <a:rPr lang="en-US" sz="3000" dirty="0"/>
              <a:t> </a:t>
            </a:r>
            <a:r>
              <a:rPr lang="en-US" sz="3000" dirty="0" err="1"/>
              <a:t>trị</a:t>
            </a:r>
            <a:r>
              <a:rPr lang="en-US" sz="3000" dirty="0"/>
              <a:t> </a:t>
            </a:r>
            <a:r>
              <a:rPr lang="en-US" sz="3000" dirty="0" err="1"/>
              <a:t>của</a:t>
            </a:r>
            <a:r>
              <a:rPr lang="en-US" sz="3000" dirty="0"/>
              <a:t> </a:t>
            </a:r>
            <a:r>
              <a:rPr lang="en-US" sz="3000" dirty="0" err="1"/>
              <a:t>doanh</a:t>
            </a:r>
            <a:r>
              <a:rPr lang="en-US" sz="3000" dirty="0"/>
              <a:t> </a:t>
            </a:r>
            <a:r>
              <a:rPr lang="en-US" sz="3000" dirty="0" err="1"/>
              <a:t>nghiệp</a:t>
            </a:r>
            <a:endParaRPr lang="en-US" sz="3000" dirty="0"/>
          </a:p>
          <a:p>
            <a:endParaRPr lang="en-US" dirty="0"/>
          </a:p>
          <a:p>
            <a:pPr>
              <a:buNone/>
            </a:pPr>
            <a:r>
              <a:rPr lang="en-US" dirty="0"/>
              <a:t>           </a:t>
            </a:r>
            <a:r>
              <a:rPr lang="en-US" dirty="0" err="1">
                <a:solidFill>
                  <a:srgbClr val="FF0000"/>
                </a:solidFill>
              </a:rPr>
              <a:t>Luôn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luôn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lắng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nghe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 err="1">
                <a:solidFill>
                  <a:srgbClr val="FF0000"/>
                </a:solidFill>
              </a:rPr>
              <a:t>luôn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luôn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thấu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hiểu</a:t>
            </a:r>
            <a:r>
              <a:rPr lang="en-US" dirty="0">
                <a:solidFill>
                  <a:srgbClr val="FF0000"/>
                </a:solidFill>
              </a:rPr>
              <a:t> –Prudential                                  </a:t>
            </a:r>
          </a:p>
        </p:txBody>
      </p:sp>
      <p:pic>
        <p:nvPicPr>
          <p:cNvPr id="17410" name="Picture 2" descr="https://encrypted-tbn2.gstatic.com/images?q=tbn:ANd9GcSR_KlAe3q_smozqaj1nq2NH0efQd8wKatQUKceAL3ERZYt1doeiQ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72200" y="2209800"/>
            <a:ext cx="2971800" cy="37433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err="1"/>
              <a:t>Khả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lời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800600" cy="4525963"/>
          </a:xfrm>
        </p:spPr>
        <p:txBody>
          <a:bodyPr/>
          <a:lstStyle/>
          <a:p>
            <a:r>
              <a:rPr lang="en-US" dirty="0"/>
              <a:t>Cao hay </a:t>
            </a:r>
            <a:r>
              <a:rPr lang="en-US" dirty="0" err="1"/>
              <a:t>thấp</a:t>
            </a:r>
            <a:r>
              <a:rPr lang="en-US" dirty="0"/>
              <a:t>?</a:t>
            </a:r>
          </a:p>
          <a:p>
            <a:r>
              <a:rPr lang="en-US" dirty="0" err="1"/>
              <a:t>Xu</a:t>
            </a:r>
            <a:r>
              <a:rPr lang="en-US" dirty="0"/>
              <a:t> </a:t>
            </a:r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lai</a:t>
            </a:r>
            <a:endParaRPr lang="en-US" dirty="0"/>
          </a:p>
        </p:txBody>
      </p:sp>
      <p:pic>
        <p:nvPicPr>
          <p:cNvPr id="16386" name="Picture 2" descr="http://www.dongabank.com.vn/upload/lib/images/money-saving-tip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38800" y="1524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5 </a:t>
            </a:r>
            <a:r>
              <a:rPr lang="en-US" dirty="0" err="1"/>
              <a:t>lực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cạnh</a:t>
            </a:r>
            <a:r>
              <a:rPr lang="en-US" dirty="0"/>
              <a:t> </a:t>
            </a:r>
            <a:r>
              <a:rPr lang="en-US" dirty="0" err="1"/>
              <a:t>tranh</a:t>
            </a:r>
            <a:endParaRPr lang="en-US" dirty="0"/>
          </a:p>
        </p:txBody>
      </p:sp>
      <p:pic>
        <p:nvPicPr>
          <p:cNvPr id="26626" name="Picture 2" descr="http://marketingbox.vn/upload/image/Marketing-box/Marketing/mo-hinh-5-ap-luc-michael-porter-five-force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714500"/>
            <a:ext cx="6858000" cy="5143500"/>
          </a:xfrm>
          <a:prstGeom prst="rect">
            <a:avLst/>
          </a:prstGeom>
          <a:noFill/>
        </p:spPr>
      </p:pic>
      <p:pic>
        <p:nvPicPr>
          <p:cNvPr id="4" name="Picture 2" descr="https://encrypted-tbn2.gstatic.com/images?q=tbn:ANd9GcQAvbxvEGUj_KZjiH0R_HkBwquaj_0jyzCF4G1mkTHh2DnyrFSESA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0" y="2971800"/>
            <a:ext cx="2286000" cy="2606040"/>
          </a:xfrm>
          <a:prstGeom prst="rect">
            <a:avLst/>
          </a:prstGeom>
          <a:noFill/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0" y="57150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Phân</a:t>
            </a:r>
            <a:r>
              <a:rPr kumimoji="0" lang="en-US" sz="20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20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tích</a:t>
            </a:r>
            <a:r>
              <a:rPr kumimoji="0" lang="en-US" sz="20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20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tính</a:t>
            </a:r>
            <a:r>
              <a:rPr kumimoji="0" lang="en-US" sz="20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20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hấp</a:t>
            </a:r>
            <a:r>
              <a:rPr kumimoji="0" lang="en-US" sz="20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20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dẫn</a:t>
            </a:r>
            <a:r>
              <a:rPr lang="en-US" sz="2000" dirty="0">
                <a:latin typeface="+mj-lt"/>
                <a:ea typeface="+mj-ea"/>
                <a:cs typeface="+mj-cs"/>
              </a:rPr>
              <a:t> </a:t>
            </a:r>
            <a:r>
              <a:rPr lang="en-US" sz="2000" dirty="0" err="1">
                <a:latin typeface="+mj-lt"/>
                <a:ea typeface="+mj-ea"/>
                <a:cs typeface="+mj-cs"/>
              </a:rPr>
              <a:t>của</a:t>
            </a:r>
            <a:r>
              <a:rPr lang="en-US" sz="2000" dirty="0">
                <a:latin typeface="+mj-lt"/>
                <a:ea typeface="+mj-ea"/>
                <a:cs typeface="+mj-cs"/>
              </a:rPr>
              <a:t> </a:t>
            </a:r>
            <a:r>
              <a:rPr lang="en-US" sz="2000" dirty="0" err="1">
                <a:latin typeface="+mj-lt"/>
                <a:ea typeface="+mj-ea"/>
                <a:cs typeface="+mj-cs"/>
              </a:rPr>
              <a:t>thị</a:t>
            </a:r>
            <a:r>
              <a:rPr lang="en-US" sz="2000" dirty="0">
                <a:latin typeface="+mj-lt"/>
                <a:ea typeface="+mj-ea"/>
                <a:cs typeface="+mj-cs"/>
              </a:rPr>
              <a:t> </a:t>
            </a:r>
            <a:r>
              <a:rPr lang="en-US" sz="2000" dirty="0" err="1">
                <a:latin typeface="+mj-lt"/>
                <a:ea typeface="+mj-ea"/>
                <a:cs typeface="+mj-cs"/>
              </a:rPr>
              <a:t>trường</a:t>
            </a:r>
            <a:r>
              <a:rPr lang="en-US" sz="2000" dirty="0">
                <a:latin typeface="+mj-lt"/>
                <a:ea typeface="+mj-ea"/>
                <a:cs typeface="+mj-cs"/>
              </a:rPr>
              <a:t> </a:t>
            </a:r>
            <a:r>
              <a:rPr lang="en-US" sz="2000" dirty="0" err="1">
                <a:latin typeface="+mj-lt"/>
                <a:ea typeface="+mj-ea"/>
                <a:cs typeface="+mj-cs"/>
              </a:rPr>
              <a:t>máy</a:t>
            </a:r>
            <a:r>
              <a:rPr lang="en-US" sz="2000" dirty="0">
                <a:latin typeface="+mj-lt"/>
                <a:ea typeface="+mj-ea"/>
                <a:cs typeface="+mj-cs"/>
              </a:rPr>
              <a:t> </a:t>
            </a:r>
            <a:r>
              <a:rPr lang="en-US" sz="2000" dirty="0" err="1">
                <a:latin typeface="+mj-lt"/>
                <a:ea typeface="+mj-ea"/>
                <a:cs typeface="+mj-cs"/>
              </a:rPr>
              <a:t>tính</a:t>
            </a:r>
            <a:r>
              <a:rPr lang="en-US" sz="2000" dirty="0">
                <a:latin typeface="+mj-lt"/>
                <a:ea typeface="+mj-ea"/>
                <a:cs typeface="+mj-cs"/>
              </a:rPr>
              <a:t>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3600" dirty="0"/>
              <a:t>3.3.2 </a:t>
            </a:r>
            <a:r>
              <a:rPr lang="en-US" sz="3600" dirty="0" err="1"/>
              <a:t>Lựa</a:t>
            </a:r>
            <a:r>
              <a:rPr lang="en-US" sz="3600" dirty="0"/>
              <a:t> </a:t>
            </a:r>
            <a:r>
              <a:rPr lang="en-US" sz="3600" dirty="0" err="1"/>
              <a:t>chọn</a:t>
            </a:r>
            <a:r>
              <a:rPr lang="en-US" sz="3600" dirty="0"/>
              <a:t> </a:t>
            </a:r>
            <a:r>
              <a:rPr lang="en-US" sz="3600" dirty="0" err="1"/>
              <a:t>thi</a:t>
            </a:r>
            <a:r>
              <a:rPr lang="en-US" sz="3600" dirty="0"/>
              <a:t>̣ </a:t>
            </a:r>
            <a:r>
              <a:rPr lang="en-US" sz="3600" dirty="0" err="1"/>
              <a:t>trường</a:t>
            </a:r>
            <a:r>
              <a:rPr lang="en-US" sz="3600" dirty="0"/>
              <a:t> </a:t>
            </a:r>
            <a:r>
              <a:rPr lang="en-US" sz="3600" dirty="0" err="1"/>
              <a:t>mục</a:t>
            </a:r>
            <a:r>
              <a:rPr lang="en-US" sz="3600" dirty="0"/>
              <a:t> </a:t>
            </a:r>
            <a:r>
              <a:rPr lang="en-US" sz="3600" dirty="0" err="1"/>
              <a:t>tiêu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5604" name="Picture 4" descr="http://www.dna.com.vn/userfiles/160511%20thi%20truong%20muc%20tieu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2514600"/>
            <a:ext cx="7239000" cy="2819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n-US" sz="3200" b="1" i="1" dirty="0"/>
              <a:t> 3.3.2.1 </a:t>
            </a:r>
            <a:r>
              <a:rPr lang="en-US" sz="3200" b="1" i="1" dirty="0" err="1"/>
              <a:t>Tập</a:t>
            </a:r>
            <a:r>
              <a:rPr lang="en-US" sz="3200" b="1" i="1" dirty="0"/>
              <a:t> </a:t>
            </a:r>
            <a:r>
              <a:rPr lang="en-US" sz="3200" b="1" i="1" dirty="0" err="1"/>
              <a:t>trung</a:t>
            </a:r>
            <a:r>
              <a:rPr lang="en-US" sz="3200" b="1" i="1" dirty="0"/>
              <a:t> </a:t>
            </a:r>
            <a:r>
              <a:rPr lang="en-US" sz="3200" b="1" i="1" dirty="0" err="1"/>
              <a:t>vào</a:t>
            </a:r>
            <a:r>
              <a:rPr lang="en-US" sz="3200" b="1" i="1" dirty="0"/>
              <a:t> </a:t>
            </a:r>
            <a:r>
              <a:rPr lang="en-US" sz="3200" b="1" i="1" dirty="0" err="1"/>
              <a:t>một</a:t>
            </a:r>
            <a:r>
              <a:rPr lang="en-US" sz="3200" b="1" i="1" dirty="0"/>
              <a:t> </a:t>
            </a:r>
            <a:r>
              <a:rPr lang="en-US" sz="3200" b="1" i="1" dirty="0" err="1"/>
              <a:t>phân</a:t>
            </a:r>
            <a:r>
              <a:rPr lang="en-US" sz="3200" b="1" i="1" dirty="0"/>
              <a:t> </a:t>
            </a:r>
            <a:r>
              <a:rPr lang="en-US" sz="3200" b="1" i="1" dirty="0" err="1"/>
              <a:t>đoạn</a:t>
            </a:r>
            <a:br>
              <a:rPr lang="en-US" sz="3200" b="1" i="1" dirty="0"/>
            </a:br>
            <a:r>
              <a:rPr lang="en-US" sz="3200" b="1" i="1" dirty="0"/>
              <a:t> </a:t>
            </a:r>
            <a:r>
              <a:rPr lang="en-US" sz="3200" b="1" i="1" dirty="0" err="1"/>
              <a:t>thi</a:t>
            </a:r>
            <a:r>
              <a:rPr lang="en-US" sz="3200" b="1" i="1" dirty="0"/>
              <a:t>̣ </a:t>
            </a:r>
            <a:r>
              <a:rPr lang="en-US" sz="3200" b="1" i="1" dirty="0" err="1"/>
              <a:t>trường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3800" y="6096000"/>
            <a:ext cx="2819400" cy="762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FF0000"/>
                </a:solidFill>
              </a:rPr>
              <a:t>                                   Volkswagen</a:t>
            </a:r>
          </a:p>
        </p:txBody>
      </p:sp>
      <p:pic>
        <p:nvPicPr>
          <p:cNvPr id="13314" name="Picture 2" descr="http://upload.wikimedia.org/wikipedia/commons/8/8e/Volkswagen-New-Beetle-Convertib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2590800"/>
            <a:ext cx="3352800" cy="1827532"/>
          </a:xfrm>
          <a:prstGeom prst="rect">
            <a:avLst/>
          </a:prstGeom>
          <a:noFill/>
        </p:spPr>
      </p:pic>
      <p:pic>
        <p:nvPicPr>
          <p:cNvPr id="13316" name="Picture 4" descr="http://static.ddmcdn.com/gif/1945-1959-volkswagen-beetle-10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15000" y="2590801"/>
            <a:ext cx="2819400" cy="1828800"/>
          </a:xfrm>
          <a:prstGeom prst="rect">
            <a:avLst/>
          </a:prstGeom>
          <a:noFill/>
        </p:spPr>
      </p:pic>
      <p:pic>
        <p:nvPicPr>
          <p:cNvPr id="13318" name="Picture 6" descr="http://4.bp.blogspot.com/-a4ErKHamF3k/T3Yl6vf_1NI/AAAAAAAAAeE/fvY35PdioKk/s1600/volkswagen-wallpaper-5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85800" y="4953000"/>
            <a:ext cx="3352800" cy="1905000"/>
          </a:xfrm>
          <a:prstGeom prst="rect">
            <a:avLst/>
          </a:prstGeom>
          <a:noFill/>
        </p:spPr>
      </p:pic>
      <p:pic>
        <p:nvPicPr>
          <p:cNvPr id="13320" name="Picture 8" descr="http://www.autosghana.com/cars/Volkswagen-New-Beetle-2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715000" y="4934423"/>
            <a:ext cx="2895600" cy="1923577"/>
          </a:xfrm>
          <a:prstGeom prst="rect">
            <a:avLst/>
          </a:prstGeom>
          <a:noFill/>
        </p:spPr>
      </p:pic>
      <p:sp>
        <p:nvSpPr>
          <p:cNvPr id="8" name="Content Placeholder 2"/>
          <p:cNvSpPr txBox="1">
            <a:spLocks/>
          </p:cNvSpPr>
          <p:nvPr/>
        </p:nvSpPr>
        <p:spPr>
          <a:xfrm>
            <a:off x="4191000" y="2590800"/>
            <a:ext cx="1905000" cy="762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             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Ưu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?</a:t>
            </a:r>
            <a:r>
              <a:rPr kumimoji="0" lang="en-US" sz="2800" b="1" i="0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2800" b="1" i="0" u="none" strike="noStrike" kern="1200" cap="none" spc="0" normalizeH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en-US" sz="2800" b="1" dirty="0">
              <a:solidFill>
                <a:srgbClr val="FF0000"/>
              </a:solidFill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800" b="1" i="0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800" b="1" i="0" u="none" strike="noStrike" kern="1200" cap="none" spc="0" normalizeH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Nhược</a:t>
            </a:r>
            <a:r>
              <a:rPr kumimoji="0" lang="en-US" sz="2800" b="1" i="0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?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85800" y="1676400"/>
            <a:ext cx="717375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err="1"/>
              <a:t>Nội</a:t>
            </a:r>
            <a:r>
              <a:rPr lang="en-US" sz="2800" dirty="0"/>
              <a:t> dung: </a:t>
            </a:r>
            <a:r>
              <a:rPr lang="en-US" sz="2800" dirty="0" err="1"/>
              <a:t>Công</a:t>
            </a:r>
            <a:r>
              <a:rPr lang="en-US" sz="2800" dirty="0"/>
              <a:t> </a:t>
            </a:r>
            <a:r>
              <a:rPr lang="en-US" sz="2800" dirty="0" err="1"/>
              <a:t>ty</a:t>
            </a:r>
            <a:r>
              <a:rPr lang="en-US" sz="2800" dirty="0"/>
              <a:t> </a:t>
            </a:r>
            <a:r>
              <a:rPr lang="en-US" sz="2800" dirty="0" err="1"/>
              <a:t>lựa</a:t>
            </a:r>
            <a:r>
              <a:rPr lang="en-US" sz="2800" dirty="0"/>
              <a:t> </a:t>
            </a:r>
            <a:r>
              <a:rPr lang="en-US" sz="2800" dirty="0" err="1"/>
              <a:t>chọn</a:t>
            </a:r>
            <a:r>
              <a:rPr lang="en-US" sz="2800" dirty="0"/>
              <a:t> </a:t>
            </a:r>
            <a:r>
              <a:rPr lang="en-US" sz="2800" dirty="0" err="1"/>
              <a:t>một</a:t>
            </a:r>
            <a:r>
              <a:rPr lang="en-US" sz="2800" dirty="0"/>
              <a:t> </a:t>
            </a:r>
            <a:r>
              <a:rPr lang="en-US" sz="2800" dirty="0" err="1"/>
              <a:t>khúc</a:t>
            </a:r>
            <a:r>
              <a:rPr lang="en-US" sz="2800" dirty="0"/>
              <a:t> </a:t>
            </a:r>
            <a:r>
              <a:rPr lang="en-US" sz="2800" dirty="0" err="1"/>
              <a:t>thị</a:t>
            </a:r>
            <a:r>
              <a:rPr lang="en-US" sz="2800" dirty="0"/>
              <a:t> </a:t>
            </a:r>
            <a:r>
              <a:rPr lang="en-US" sz="2800" dirty="0" err="1"/>
              <a:t>trường</a:t>
            </a:r>
            <a:endParaRPr lang="en-US" sz="2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1295400" y="2209800"/>
          <a:ext cx="70866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43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/>
                        <a:t>Ưu</a:t>
                      </a:r>
                      <a:r>
                        <a:rPr lang="en-US" sz="2400" baseline="0" dirty="0"/>
                        <a:t> </a:t>
                      </a:r>
                      <a:r>
                        <a:rPr lang="en-US" sz="2400" baseline="0" dirty="0" err="1"/>
                        <a:t>điểm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/>
                        <a:t>Nhược</a:t>
                      </a:r>
                      <a:r>
                        <a:rPr lang="en-US" sz="2400" baseline="0" dirty="0"/>
                        <a:t> </a:t>
                      </a:r>
                      <a:r>
                        <a:rPr lang="en-US" sz="2400" baseline="0" dirty="0" err="1"/>
                        <a:t>điểm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sz="2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Dành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được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một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vị trí </a:t>
                      </a:r>
                      <a:r>
                        <a:rPr lang="en-US" sz="2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vững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chắc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trên</a:t>
                      </a:r>
                      <a:r>
                        <a:rPr lang="en-US" sz="24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thị</a:t>
                      </a:r>
                      <a:r>
                        <a:rPr lang="en-US" sz="24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trường</a:t>
                      </a:r>
                      <a:r>
                        <a:rPr lang="en-US" sz="24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nhơ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̀ </a:t>
                      </a:r>
                      <a:r>
                        <a:rPr lang="en-US" sz="2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sư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̣ am </a:t>
                      </a:r>
                      <a:r>
                        <a:rPr lang="en-US" sz="2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hiểu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hơn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vê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̀ </a:t>
                      </a:r>
                      <a:r>
                        <a:rPr lang="en-US" sz="2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nhu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cầu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KH</a:t>
                      </a:r>
                    </a:p>
                    <a:p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en-US" sz="24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  <a:r>
                        <a:rPr lang="en-US" sz="2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iết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kiệm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được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chi </a:t>
                      </a:r>
                      <a:r>
                        <a:rPr lang="en-US" sz="2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phí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hoạt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động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do </a:t>
                      </a:r>
                      <a:r>
                        <a:rPr lang="en-US" sz="2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chuyên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môn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hóa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sản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xuất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2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phân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phối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va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̀ </a:t>
                      </a:r>
                      <a:r>
                        <a:rPr lang="en-US" sz="2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khuyến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mãi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Tx/>
                        <a:buChar char="-"/>
                      </a:pPr>
                      <a:r>
                        <a:rPr lang="en-US" sz="24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</a:t>
                      </a:r>
                      <a:r>
                        <a:rPr lang="en-US" sz="2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ủi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ro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lớn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khi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khách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hàng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đột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ngột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thay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đổi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thi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̣ </a:t>
                      </a:r>
                      <a:r>
                        <a:rPr lang="en-US" sz="2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hiếu</a:t>
                      </a:r>
                      <a:endParaRPr lang="en-US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buFontTx/>
                        <a:buChar char="-"/>
                      </a:pPr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Khó</a:t>
                      </a:r>
                      <a:r>
                        <a:rPr lang="en-US" sz="24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mở</a:t>
                      </a:r>
                      <a:r>
                        <a:rPr lang="en-US" sz="24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rộng</a:t>
                      </a:r>
                      <a:r>
                        <a:rPr lang="en-US" sz="24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quy</a:t>
                      </a:r>
                      <a:r>
                        <a:rPr lang="en-US" sz="24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mô</a:t>
                      </a:r>
                      <a:r>
                        <a:rPr lang="en-US" sz="24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sản</a:t>
                      </a:r>
                      <a:r>
                        <a:rPr lang="en-US" sz="24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xuất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itle 1"/>
          <p:cNvSpPr txBox="1">
            <a:spLocks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1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3.3.2.1 </a:t>
            </a:r>
            <a:r>
              <a:rPr kumimoji="0" lang="en-US" sz="3200" b="1" i="1" u="none" strike="noStrike" kern="1200" cap="none" spc="0" normalizeH="0" baseline="0" noProof="0" dirty="0" err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Tập</a:t>
            </a:r>
            <a:r>
              <a:rPr kumimoji="0" lang="en-US" sz="3200" b="1" i="1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1" i="1" u="none" strike="noStrike" kern="1200" cap="none" spc="0" normalizeH="0" baseline="0" noProof="0" dirty="0" err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trung</a:t>
            </a:r>
            <a:r>
              <a:rPr kumimoji="0" lang="en-US" sz="3200" b="1" i="1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1" i="1" u="none" strike="noStrike" kern="1200" cap="none" spc="0" normalizeH="0" baseline="0" noProof="0" dirty="0" err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vào</a:t>
            </a:r>
            <a:r>
              <a:rPr kumimoji="0" lang="en-US" sz="3200" b="1" i="1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1" i="1" u="none" strike="noStrike" kern="1200" cap="none" spc="0" normalizeH="0" baseline="0" noProof="0" dirty="0" err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một</a:t>
            </a:r>
            <a:r>
              <a:rPr kumimoji="0" lang="en-US" sz="3200" b="1" i="1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1" i="1" u="none" strike="noStrike" kern="1200" cap="none" spc="0" normalizeH="0" baseline="0" noProof="0" dirty="0" err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phân</a:t>
            </a:r>
            <a:r>
              <a:rPr kumimoji="0" lang="en-US" sz="3200" b="1" i="1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1" i="1" u="none" strike="noStrike" kern="1200" cap="none" spc="0" normalizeH="0" baseline="0" noProof="0" dirty="0" err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đoạn</a:t>
            </a:r>
            <a:br>
              <a:rPr kumimoji="0" lang="en-US" sz="3200" b="1" i="1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sz="3200" b="1" i="1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1" i="1" u="none" strike="noStrike" kern="1200" cap="none" spc="0" normalizeH="0" baseline="0" noProof="0" dirty="0" err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</a:t>
            </a:r>
            <a:r>
              <a:rPr kumimoji="0" lang="en-US" sz="3200" b="1" i="1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̣ </a:t>
            </a:r>
            <a:r>
              <a:rPr kumimoji="0" lang="en-US" sz="3200" b="1" i="1" u="none" strike="noStrike" kern="1200" cap="none" spc="0" normalizeH="0" baseline="0" noProof="0" dirty="0" err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trường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7924800" cy="381000"/>
          </a:xfr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r>
              <a:rPr lang="en-US" sz="3600" b="1" i="1" dirty="0"/>
              <a:t> </a:t>
            </a:r>
            <a:br>
              <a:rPr lang="en-US" sz="3600" b="1" i="1" dirty="0"/>
            </a:br>
            <a:r>
              <a:rPr lang="en-US" sz="3600" b="1" i="1" dirty="0">
                <a:solidFill>
                  <a:srgbClr val="FF0000"/>
                </a:solidFill>
              </a:rPr>
              <a:t>3.3.2.2 </a:t>
            </a:r>
            <a:r>
              <a:rPr lang="en-US" sz="3600" b="1" i="1" dirty="0" err="1">
                <a:solidFill>
                  <a:srgbClr val="FF0000"/>
                </a:solidFill>
              </a:rPr>
              <a:t>Chuyên</a:t>
            </a:r>
            <a:r>
              <a:rPr lang="en-US" sz="3600" b="1" i="1" dirty="0">
                <a:solidFill>
                  <a:srgbClr val="FF0000"/>
                </a:solidFill>
              </a:rPr>
              <a:t> </a:t>
            </a:r>
            <a:r>
              <a:rPr lang="en-US" sz="3600" b="1" i="1" dirty="0" err="1">
                <a:solidFill>
                  <a:srgbClr val="FF0000"/>
                </a:solidFill>
              </a:rPr>
              <a:t>môn</a:t>
            </a:r>
            <a:r>
              <a:rPr lang="en-US" sz="3600" b="1" i="1" dirty="0">
                <a:solidFill>
                  <a:srgbClr val="FF0000"/>
                </a:solidFill>
              </a:rPr>
              <a:t> </a:t>
            </a:r>
            <a:r>
              <a:rPr lang="en-US" sz="3600" b="1" i="1" dirty="0" err="1">
                <a:solidFill>
                  <a:srgbClr val="FF0000"/>
                </a:solidFill>
              </a:rPr>
              <a:t>hóa</a:t>
            </a:r>
            <a:r>
              <a:rPr lang="en-US" sz="3600" b="1" i="1" dirty="0">
                <a:solidFill>
                  <a:srgbClr val="FF0000"/>
                </a:solidFill>
              </a:rPr>
              <a:t> có </a:t>
            </a:r>
            <a:r>
              <a:rPr lang="en-US" sz="3600" b="1" i="1" dirty="0" err="1">
                <a:solidFill>
                  <a:srgbClr val="FF0000"/>
                </a:solidFill>
              </a:rPr>
              <a:t>chọn</a:t>
            </a:r>
            <a:r>
              <a:rPr lang="en-US" sz="3600" b="1" i="1" dirty="0">
                <a:solidFill>
                  <a:srgbClr val="FF0000"/>
                </a:solidFill>
              </a:rPr>
              <a:t> </a:t>
            </a:r>
            <a:r>
              <a:rPr lang="en-US" sz="3600" b="1" i="1" dirty="0" err="1">
                <a:solidFill>
                  <a:srgbClr val="FF0000"/>
                </a:solidFill>
              </a:rPr>
              <a:t>lọc</a:t>
            </a:r>
            <a:br>
              <a:rPr lang="en-US" sz="3600" dirty="0"/>
            </a:br>
            <a:endParaRPr lang="en-US" sz="3600" dirty="0"/>
          </a:p>
        </p:txBody>
      </p:sp>
      <p:pic>
        <p:nvPicPr>
          <p:cNvPr id="12290" name="Picture 2" descr="http://trmracing.com/bikeshop/images/2013-honda-crf110f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5250437"/>
            <a:ext cx="2667000" cy="1607563"/>
          </a:xfrm>
          <a:prstGeom prst="rect">
            <a:avLst/>
          </a:prstGeom>
          <a:noFill/>
        </p:spPr>
      </p:pic>
      <p:pic>
        <p:nvPicPr>
          <p:cNvPr id="12292" name="Picture 4" descr="http://images.motorcycle-usa.com/PhotoGallerys/Honda_Oree_014_C_tw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19800" y="3352800"/>
            <a:ext cx="2362200" cy="1486830"/>
          </a:xfrm>
          <a:prstGeom prst="rect">
            <a:avLst/>
          </a:prstGeom>
          <a:noFill/>
        </p:spPr>
      </p:pic>
      <p:pic>
        <p:nvPicPr>
          <p:cNvPr id="12294" name="Picture 6" descr="http://world.honda.com/news/2009/c090914Scooter-PCX-Thailand/photo/images/01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638800" y="5052213"/>
            <a:ext cx="2667000" cy="1805787"/>
          </a:xfrm>
          <a:prstGeom prst="rect">
            <a:avLst/>
          </a:prstGeom>
          <a:noFill/>
        </p:spPr>
      </p:pic>
      <p:pic>
        <p:nvPicPr>
          <p:cNvPr id="12296" name="Picture 8" descr="http://vnexpress.net/Files/Subject/3b/a2/74/bf/Honda-Lead-10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33400" y="3406498"/>
            <a:ext cx="2590800" cy="1599687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/>
        </p:nvSpPr>
        <p:spPr>
          <a:xfrm>
            <a:off x="381000" y="2228671"/>
            <a:ext cx="838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/>
              <a:t>Nội</a:t>
            </a:r>
            <a:r>
              <a:rPr lang="en-US" sz="2400" dirty="0"/>
              <a:t> dung: </a:t>
            </a:r>
            <a:r>
              <a:rPr lang="en-US" sz="2400" dirty="0" err="1"/>
              <a:t>Doanh</a:t>
            </a:r>
            <a:r>
              <a:rPr lang="en-US" sz="2400" dirty="0"/>
              <a:t> </a:t>
            </a:r>
            <a:r>
              <a:rPr lang="en-US" sz="2400" dirty="0" err="1"/>
              <a:t>nghiệp</a:t>
            </a:r>
            <a:r>
              <a:rPr lang="en-US" sz="2400" dirty="0"/>
              <a:t> </a:t>
            </a:r>
            <a:r>
              <a:rPr lang="en-US" sz="2400" dirty="0" err="1"/>
              <a:t>lựa</a:t>
            </a:r>
            <a:r>
              <a:rPr lang="en-US" sz="2400" dirty="0"/>
              <a:t> </a:t>
            </a:r>
            <a:r>
              <a:rPr lang="en-US" sz="2400" dirty="0" err="1"/>
              <a:t>chọn</a:t>
            </a:r>
            <a:r>
              <a:rPr lang="en-US" sz="2400" dirty="0"/>
              <a:t> </a:t>
            </a:r>
            <a:r>
              <a:rPr lang="en-US" sz="2400" dirty="0" err="1"/>
              <a:t>một</a:t>
            </a:r>
            <a:r>
              <a:rPr lang="en-US" sz="2400" dirty="0"/>
              <a:t> </a:t>
            </a:r>
            <a:r>
              <a:rPr lang="en-US" sz="2400" dirty="0" err="1"/>
              <a:t>sô</a:t>
            </a:r>
            <a:r>
              <a:rPr lang="en-US" sz="2400" dirty="0"/>
              <a:t>́ </a:t>
            </a:r>
            <a:r>
              <a:rPr lang="en-US" sz="2400" dirty="0" err="1"/>
              <a:t>phân</a:t>
            </a:r>
            <a:r>
              <a:rPr lang="en-US" sz="2400" dirty="0"/>
              <a:t> </a:t>
            </a:r>
            <a:r>
              <a:rPr lang="en-US" sz="2400" dirty="0" err="1"/>
              <a:t>đoạn</a:t>
            </a:r>
            <a:r>
              <a:rPr lang="en-US" sz="2400" dirty="0"/>
              <a:t> </a:t>
            </a:r>
            <a:r>
              <a:rPr lang="en-US" sz="2400" dirty="0" err="1"/>
              <a:t>thi</a:t>
            </a:r>
            <a:r>
              <a:rPr lang="en-US" sz="2400" dirty="0"/>
              <a:t>̣ </a:t>
            </a:r>
            <a:r>
              <a:rPr lang="en-US" sz="2400" dirty="0" err="1"/>
              <a:t>trường</a:t>
            </a:r>
            <a:r>
              <a:rPr lang="en-US" sz="2400" dirty="0"/>
              <a:t>, </a:t>
            </a:r>
            <a:r>
              <a:rPr lang="en-US" sz="2400" dirty="0" err="1"/>
              <a:t>mỗi</a:t>
            </a:r>
            <a:r>
              <a:rPr lang="en-US" sz="2400" dirty="0"/>
              <a:t> </a:t>
            </a:r>
            <a:r>
              <a:rPr lang="en-US" sz="2400" dirty="0" err="1"/>
              <a:t>phân</a:t>
            </a:r>
            <a:r>
              <a:rPr lang="en-US" sz="2400" dirty="0"/>
              <a:t> </a:t>
            </a:r>
            <a:r>
              <a:rPr lang="en-US" sz="2400" dirty="0" err="1"/>
              <a:t>đoạn</a:t>
            </a:r>
            <a:r>
              <a:rPr lang="en-US" sz="2400" dirty="0"/>
              <a:t> </a:t>
            </a:r>
            <a:r>
              <a:rPr lang="en-US" sz="2400" dirty="0" err="1"/>
              <a:t>thi</a:t>
            </a:r>
            <a:r>
              <a:rPr lang="en-US" sz="2400" dirty="0"/>
              <a:t>̣ </a:t>
            </a:r>
            <a:r>
              <a:rPr lang="en-US" sz="2400" dirty="0" err="1"/>
              <a:t>trường</a:t>
            </a:r>
            <a:r>
              <a:rPr lang="en-US" sz="2400" dirty="0"/>
              <a:t> </a:t>
            </a:r>
            <a:r>
              <a:rPr lang="en-US" sz="2400" dirty="0" err="1"/>
              <a:t>đều</a:t>
            </a:r>
            <a:r>
              <a:rPr lang="en-US" sz="2400" dirty="0"/>
              <a:t> có </a:t>
            </a:r>
            <a:r>
              <a:rPr lang="en-US" sz="2400" dirty="0" err="1"/>
              <a:t>sức</a:t>
            </a:r>
            <a:r>
              <a:rPr lang="en-US" sz="2400" dirty="0"/>
              <a:t> </a:t>
            </a:r>
            <a:r>
              <a:rPr lang="en-US" sz="2400" dirty="0" err="1"/>
              <a:t>hấp</a:t>
            </a:r>
            <a:r>
              <a:rPr lang="en-US" sz="2400" dirty="0"/>
              <a:t> </a:t>
            </a:r>
            <a:r>
              <a:rPr lang="en-US" sz="2400" dirty="0" err="1"/>
              <a:t>dẫn</a:t>
            </a:r>
            <a:r>
              <a:rPr lang="en-US" sz="2400" dirty="0"/>
              <a:t> </a:t>
            </a:r>
            <a:r>
              <a:rPr lang="en-US" sz="2400" dirty="0" err="1"/>
              <a:t>va</a:t>
            </a:r>
            <a:r>
              <a:rPr lang="en-US" sz="2400" dirty="0"/>
              <a:t>̀ </a:t>
            </a:r>
            <a:r>
              <a:rPr lang="en-US" sz="2400" dirty="0" err="1"/>
              <a:t>phu</a:t>
            </a:r>
            <a:r>
              <a:rPr lang="en-US" sz="2400" dirty="0"/>
              <a:t>̀ </a:t>
            </a:r>
            <a:r>
              <a:rPr lang="en-US" sz="2400" dirty="0" err="1"/>
              <a:t>hợp</a:t>
            </a:r>
            <a:r>
              <a:rPr lang="en-US" sz="2400" dirty="0"/>
              <a:t> </a:t>
            </a:r>
            <a:r>
              <a:rPr lang="en-US" sz="2400" dirty="0" err="1"/>
              <a:t>với</a:t>
            </a:r>
            <a:r>
              <a:rPr lang="en-US" sz="2400" dirty="0"/>
              <a:t> </a:t>
            </a:r>
            <a:r>
              <a:rPr lang="en-US" sz="2400" dirty="0" err="1"/>
              <a:t>nguồn</a:t>
            </a:r>
            <a:r>
              <a:rPr lang="en-US" sz="2400" dirty="0"/>
              <a:t> </a:t>
            </a:r>
            <a:r>
              <a:rPr lang="en-US" sz="2400" dirty="0" err="1"/>
              <a:t>lực</a:t>
            </a:r>
            <a:r>
              <a:rPr lang="en-US" sz="2400" dirty="0"/>
              <a:t> </a:t>
            </a:r>
            <a:r>
              <a:rPr lang="en-US" sz="2400" dirty="0" err="1"/>
              <a:t>của</a:t>
            </a:r>
            <a:r>
              <a:rPr lang="en-US" sz="2400" dirty="0"/>
              <a:t> </a:t>
            </a:r>
            <a:r>
              <a:rPr lang="en-US" sz="2400" dirty="0" err="1"/>
              <a:t>doanh</a:t>
            </a:r>
            <a:r>
              <a:rPr lang="en-US" sz="2400" dirty="0"/>
              <a:t> </a:t>
            </a:r>
            <a:r>
              <a:rPr lang="en-US" sz="2400" dirty="0" err="1"/>
              <a:t>nghiệp</a:t>
            </a:r>
            <a:r>
              <a:rPr lang="en-US" sz="2400" dirty="0"/>
              <a:t>. 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4" name="Content Placeholder 4"/>
          <p:cNvGraphicFramePr>
            <a:graphicFrameLocks/>
          </p:cNvGraphicFramePr>
          <p:nvPr/>
        </p:nvGraphicFramePr>
        <p:xfrm>
          <a:off x="1295400" y="2209800"/>
          <a:ext cx="7086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43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/>
                        <a:t>Ưu</a:t>
                      </a:r>
                      <a:r>
                        <a:rPr lang="en-US" sz="2400" baseline="0" dirty="0"/>
                        <a:t> </a:t>
                      </a:r>
                      <a:r>
                        <a:rPr lang="en-US" sz="2400" baseline="0" dirty="0" err="1"/>
                        <a:t>điểm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/>
                        <a:t>Nhược</a:t>
                      </a:r>
                      <a:r>
                        <a:rPr lang="en-US" sz="2400" baseline="0" dirty="0"/>
                        <a:t> </a:t>
                      </a:r>
                      <a:r>
                        <a:rPr lang="en-US" sz="2400" baseline="0" dirty="0" err="1"/>
                        <a:t>điểm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vi-VN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Đa dạng hóa cơ hội kiếm lời và chia sẻ rủi ro</a:t>
                      </a:r>
                      <a:endParaRPr lang="en-US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en-US" sz="24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vi-VN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Mỗi phân đoạn thị trường đều chứa đựng, hứa hẹn những cơ hội thành công khác nhau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Tx/>
                        <a:buChar char="-"/>
                      </a:pPr>
                      <a:r>
                        <a:rPr lang="en-US" sz="24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vi-VN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Đòi hỏi DN phải có năng lực quản lý tốt và am hiểu về nhiều lĩnh vực, ngành nghề;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itle 1"/>
          <p:cNvSpPr txBox="1">
            <a:spLocks/>
          </p:cNvSpPr>
          <p:nvPr/>
        </p:nvSpPr>
        <p:spPr>
          <a:xfrm>
            <a:off x="457200" y="274638"/>
            <a:ext cx="8229600" cy="868362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1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br>
              <a:rPr kumimoji="0" lang="en-US" sz="3600" b="1" i="1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sz="3600" b="1" i="1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3.3.2.2 Chuyên môn hóa có chọn lọc</a:t>
            </a:r>
            <a:b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3600" b="1" i="1" dirty="0"/>
              <a:t>3.3.2.3 </a:t>
            </a:r>
            <a:r>
              <a:rPr lang="en-US" sz="3600" b="1" i="1" dirty="0" err="1"/>
              <a:t>Chuyên</a:t>
            </a:r>
            <a:r>
              <a:rPr lang="en-US" sz="3600" b="1" i="1" dirty="0"/>
              <a:t> </a:t>
            </a:r>
            <a:r>
              <a:rPr lang="en-US" sz="3600" b="1" i="1" dirty="0" err="1"/>
              <a:t>môn</a:t>
            </a:r>
            <a:r>
              <a:rPr lang="en-US" sz="3600" b="1" i="1" dirty="0"/>
              <a:t> </a:t>
            </a:r>
            <a:r>
              <a:rPr lang="en-US" sz="3600" b="1" i="1" dirty="0" err="1"/>
              <a:t>hóa</a:t>
            </a:r>
            <a:r>
              <a:rPr lang="en-US" sz="3600" b="1" i="1" dirty="0"/>
              <a:t> </a:t>
            </a:r>
            <a:r>
              <a:rPr lang="en-US" sz="3600" b="1" i="1" dirty="0" err="1"/>
              <a:t>thi</a:t>
            </a:r>
            <a:r>
              <a:rPr lang="en-US" sz="3600" b="1" i="1" dirty="0"/>
              <a:t>̣ </a:t>
            </a:r>
            <a:r>
              <a:rPr lang="en-US" sz="3600" b="1" i="1" dirty="0" err="1"/>
              <a:t>trường</a:t>
            </a:r>
            <a:endParaRPr lang="en-US" sz="3600" dirty="0"/>
          </a:p>
        </p:txBody>
      </p:sp>
      <p:sp>
        <p:nvSpPr>
          <p:cNvPr id="4" name="Rectangle 3"/>
          <p:cNvSpPr/>
          <p:nvPr/>
        </p:nvSpPr>
        <p:spPr>
          <a:xfrm>
            <a:off x="1676400" y="1447800"/>
            <a:ext cx="66294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/>
              <a:t>Nội</a:t>
            </a:r>
            <a:r>
              <a:rPr lang="en-US" sz="2400" dirty="0"/>
              <a:t> dung: </a:t>
            </a:r>
            <a:r>
              <a:rPr lang="en-US" sz="2400" dirty="0" err="1"/>
              <a:t>Công</a:t>
            </a:r>
            <a:r>
              <a:rPr lang="en-US" sz="2400" dirty="0"/>
              <a:t> </a:t>
            </a:r>
            <a:r>
              <a:rPr lang="en-US" sz="2400" dirty="0" err="1"/>
              <a:t>ty</a:t>
            </a:r>
            <a:r>
              <a:rPr lang="en-US" sz="2400" dirty="0"/>
              <a:t> </a:t>
            </a:r>
            <a:r>
              <a:rPr lang="en-US" sz="2400" dirty="0" err="1"/>
              <a:t>tập</a:t>
            </a:r>
            <a:r>
              <a:rPr lang="en-US" sz="2400" dirty="0"/>
              <a:t> </a:t>
            </a:r>
            <a:r>
              <a:rPr lang="en-US" sz="2400" dirty="0" err="1"/>
              <a:t>trung</a:t>
            </a:r>
            <a:r>
              <a:rPr lang="en-US" sz="2400" dirty="0"/>
              <a:t> </a:t>
            </a:r>
            <a:r>
              <a:rPr lang="en-US" sz="2400" dirty="0" err="1"/>
              <a:t>vào</a:t>
            </a:r>
            <a:r>
              <a:rPr lang="en-US" sz="2400" dirty="0"/>
              <a:t> </a:t>
            </a:r>
            <a:r>
              <a:rPr lang="en-US" sz="2400" dirty="0" err="1"/>
              <a:t>việc</a:t>
            </a:r>
            <a:r>
              <a:rPr lang="en-US" sz="2400" dirty="0"/>
              <a:t> </a:t>
            </a:r>
            <a:r>
              <a:rPr lang="en-US" sz="2400" dirty="0" err="1"/>
              <a:t>phục</a:t>
            </a:r>
            <a:r>
              <a:rPr lang="en-US" sz="2400" dirty="0"/>
              <a:t> </a:t>
            </a:r>
            <a:r>
              <a:rPr lang="en-US" sz="2400" dirty="0" err="1"/>
              <a:t>vụ</a:t>
            </a:r>
            <a:r>
              <a:rPr lang="en-US" sz="2400" dirty="0"/>
              <a:t> </a:t>
            </a:r>
            <a:r>
              <a:rPr lang="en-US" sz="2400" dirty="0" err="1"/>
              <a:t>nhiều</a:t>
            </a:r>
            <a:r>
              <a:rPr lang="en-US" sz="2400" dirty="0"/>
              <a:t> </a:t>
            </a:r>
            <a:r>
              <a:rPr lang="en-US" sz="2400" dirty="0" err="1"/>
              <a:t>nhu</a:t>
            </a:r>
            <a:r>
              <a:rPr lang="en-US" sz="2400" dirty="0"/>
              <a:t> </a:t>
            </a:r>
            <a:r>
              <a:rPr lang="en-US" sz="2400" dirty="0" err="1"/>
              <a:t>cầu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</a:t>
            </a:r>
            <a:r>
              <a:rPr lang="en-US" sz="2400" dirty="0" err="1"/>
              <a:t>một</a:t>
            </a:r>
            <a:r>
              <a:rPr lang="en-US" sz="2400" dirty="0"/>
              <a:t> </a:t>
            </a:r>
            <a:r>
              <a:rPr lang="en-US" sz="2400" dirty="0" err="1"/>
              <a:t>nhóm</a:t>
            </a:r>
            <a:r>
              <a:rPr lang="en-US" sz="2400" dirty="0"/>
              <a:t> </a:t>
            </a:r>
            <a:r>
              <a:rPr lang="en-US" sz="2400" dirty="0" err="1"/>
              <a:t>khách</a:t>
            </a:r>
            <a:r>
              <a:rPr lang="en-US" sz="2400" dirty="0"/>
              <a:t> </a:t>
            </a:r>
            <a:r>
              <a:rPr lang="en-US" sz="2400" dirty="0" err="1"/>
              <a:t>hàng</a:t>
            </a:r>
            <a:r>
              <a:rPr lang="en-US" sz="2400" dirty="0"/>
              <a:t> </a:t>
            </a:r>
            <a:r>
              <a:rPr lang="en-US" sz="2400" dirty="0" err="1"/>
              <a:t>cụ</a:t>
            </a:r>
            <a:r>
              <a:rPr lang="en-US" sz="2400" dirty="0"/>
              <a:t> </a:t>
            </a:r>
            <a:r>
              <a:rPr lang="en-US" sz="2400" dirty="0" err="1"/>
              <a:t>thể</a:t>
            </a:r>
            <a:r>
              <a:rPr lang="en-US" sz="2400" dirty="0"/>
              <a:t>. </a:t>
            </a:r>
          </a:p>
        </p:txBody>
      </p:sp>
      <p:pic>
        <p:nvPicPr>
          <p:cNvPr id="11266" name="Picture 2" descr="http://www.vatgia.com/pictures_fullsize/7327945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3276600"/>
            <a:ext cx="1676400" cy="1535723"/>
          </a:xfrm>
          <a:prstGeom prst="rect">
            <a:avLst/>
          </a:prstGeom>
          <a:noFill/>
        </p:spPr>
      </p:pic>
      <p:pic>
        <p:nvPicPr>
          <p:cNvPr id="11268" name="Picture 4" descr="http://noidung.tienganh123.com/file/baihoc/vocabulary/dic/bai60/Bunsen%20burner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4600" y="3048000"/>
            <a:ext cx="1524000" cy="1771651"/>
          </a:xfrm>
          <a:prstGeom prst="rect">
            <a:avLst/>
          </a:prstGeom>
          <a:noFill/>
        </p:spPr>
      </p:pic>
      <p:pic>
        <p:nvPicPr>
          <p:cNvPr id="11270" name="Picture 6" descr="https://encrypted-tbn1.gstatic.com/images?q=tbn:ANd9GcQTvvXZwVSsrDPYMVYLdDMh8h4ZuYYIFj2ltx1gJ6ByvBiB81Lv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724400" y="3352800"/>
            <a:ext cx="1905000" cy="1444113"/>
          </a:xfrm>
          <a:prstGeom prst="rect">
            <a:avLst/>
          </a:prstGeom>
          <a:noFill/>
        </p:spPr>
      </p:pic>
      <p:pic>
        <p:nvPicPr>
          <p:cNvPr id="11272" name="Picture 8" descr="http://www.h5.dion.ne.jp/%7Es.d.k/Tektronix%20TDS2002%2060MHz%202CH%201GS_s%20DIGITAL%20STORAGE%20OSCILLOSCOPE%20C010761_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010400" y="3276600"/>
            <a:ext cx="2133600" cy="1524000"/>
          </a:xfrm>
          <a:prstGeom prst="rect">
            <a:avLst/>
          </a:prstGeom>
          <a:noFill/>
        </p:spPr>
      </p:pic>
      <p:sp>
        <p:nvSpPr>
          <p:cNvPr id="9" name="Left-Right Arrow 8"/>
          <p:cNvSpPr/>
          <p:nvPr/>
        </p:nvSpPr>
        <p:spPr>
          <a:xfrm>
            <a:off x="914400" y="5257800"/>
            <a:ext cx="7924800" cy="30480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524000" y="6027003"/>
            <a:ext cx="6629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trường</a:t>
            </a:r>
            <a:r>
              <a:rPr lang="en-US" sz="2400" dirty="0"/>
              <a:t> </a:t>
            </a:r>
            <a:r>
              <a:rPr lang="en-US" sz="2400" dirty="0" err="1"/>
              <a:t>Đại</a:t>
            </a:r>
            <a:r>
              <a:rPr lang="en-US" sz="2400" dirty="0"/>
              <a:t> </a:t>
            </a:r>
            <a:r>
              <a:rPr lang="en-US" sz="2400" dirty="0" err="1"/>
              <a:t>học</a:t>
            </a:r>
            <a:endParaRPr lang="en-US" sz="2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4" name="Content Placeholder 4"/>
          <p:cNvGraphicFramePr>
            <a:graphicFrameLocks/>
          </p:cNvGraphicFramePr>
          <p:nvPr/>
        </p:nvGraphicFramePr>
        <p:xfrm>
          <a:off x="1295400" y="2209800"/>
          <a:ext cx="7086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43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/>
                        <a:t>Ưu</a:t>
                      </a:r>
                      <a:r>
                        <a:rPr lang="en-US" sz="2400" baseline="0" dirty="0"/>
                        <a:t> </a:t>
                      </a:r>
                      <a:r>
                        <a:rPr lang="en-US" sz="2400" baseline="0" dirty="0" err="1"/>
                        <a:t>điểm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/>
                        <a:t>Nhược</a:t>
                      </a:r>
                      <a:r>
                        <a:rPr lang="en-US" sz="2400" baseline="0" dirty="0"/>
                        <a:t> </a:t>
                      </a:r>
                      <a:r>
                        <a:rPr lang="en-US" sz="2400" baseline="0" dirty="0" err="1"/>
                        <a:t>điểm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vi-VN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Tạo được ấn tượng sâu sắc, duy trì được mối quan hệ lâu dài với KHMT </a:t>
                      </a:r>
                      <a:r>
                        <a:rPr lang="vi-VN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Wingdings"/>
                        </a:rPr>
                        <a:t></a:t>
                      </a:r>
                      <a:r>
                        <a:rPr lang="vi-VN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dễ dàng tạo dựng danh tiếng</a:t>
                      </a:r>
                      <a:endParaRPr lang="en-US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Tx/>
                        <a:buChar char="-"/>
                      </a:pPr>
                      <a:r>
                        <a:rPr lang="en-US" sz="24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Có </a:t>
                      </a:r>
                      <a:r>
                        <a:rPr lang="en-US" sz="2400" kern="1200" dirty="0" err="1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thê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̉ </a:t>
                      </a:r>
                      <a:r>
                        <a:rPr lang="en-US" sz="2400" kern="1200" dirty="0" err="1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rủi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ro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, </a:t>
                      </a:r>
                      <a:r>
                        <a:rPr lang="en-US" sz="2400" kern="1200" dirty="0" err="1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nếu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 vì </a:t>
                      </a:r>
                      <a:r>
                        <a:rPr lang="en-US" sz="2400" kern="1200" dirty="0" err="1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ly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́ do </a:t>
                      </a:r>
                      <a:r>
                        <a:rPr lang="en-US" sz="2400" kern="1200" dirty="0" err="1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nào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đo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́ mà </a:t>
                      </a:r>
                      <a:r>
                        <a:rPr lang="en-US" sz="2400" kern="1200" dirty="0" err="1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nhóm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khách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hàng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giảm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sức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mua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sắm</a:t>
                      </a:r>
                      <a:endParaRPr lang="en-US" sz="2400" kern="1200" dirty="0">
                        <a:solidFill>
                          <a:schemeClr val="dk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itle 1"/>
          <p:cNvSpPr txBox="1">
            <a:spLocks/>
          </p:cNvSpPr>
          <p:nvPr/>
        </p:nvSpPr>
        <p:spPr>
          <a:xfrm>
            <a:off x="457200" y="0"/>
            <a:ext cx="8229600" cy="114300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75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1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3.3.2.3 </a:t>
            </a:r>
            <a:r>
              <a:rPr kumimoji="0" lang="en-US" sz="3600" b="1" i="1" u="none" strike="noStrike" kern="1200" cap="none" spc="0" normalizeH="0" baseline="0" noProof="0" dirty="0" err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Chuyên</a:t>
            </a:r>
            <a:r>
              <a:rPr kumimoji="0" lang="en-US" sz="3600" b="1" i="1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600" b="1" i="1" u="none" strike="noStrike" kern="1200" cap="none" spc="0" normalizeH="0" baseline="0" noProof="0" dirty="0" err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môn</a:t>
            </a:r>
            <a:r>
              <a:rPr kumimoji="0" lang="en-US" sz="3600" b="1" i="1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600" b="1" i="1" u="none" strike="noStrike" kern="1200" cap="none" spc="0" normalizeH="0" baseline="0" noProof="0" dirty="0" err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hóa</a:t>
            </a:r>
            <a:r>
              <a:rPr kumimoji="0" lang="en-US" sz="3600" b="1" i="1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600" b="1" i="1" u="none" strike="noStrike" kern="1200" cap="none" spc="0" normalizeH="0" baseline="0" noProof="0" dirty="0" err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</a:t>
            </a:r>
            <a:r>
              <a:rPr kumimoji="0" lang="en-US" sz="3600" b="1" i="1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̣ </a:t>
            </a:r>
            <a:r>
              <a:rPr kumimoji="0" lang="en-US" sz="3600" b="1" i="1" u="none" strike="noStrike" kern="1200" cap="none" spc="0" normalizeH="0" baseline="0" noProof="0" dirty="0" err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trường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b="1" i="1" dirty="0"/>
              <a:t>3.3.2.4 </a:t>
            </a:r>
            <a:r>
              <a:rPr lang="en-US" b="1" i="1" dirty="0" err="1"/>
              <a:t>Chuyên</a:t>
            </a:r>
            <a:r>
              <a:rPr lang="en-US" b="1" i="1" dirty="0"/>
              <a:t> </a:t>
            </a:r>
            <a:r>
              <a:rPr lang="en-US" b="1" i="1" dirty="0" err="1"/>
              <a:t>môn</a:t>
            </a:r>
            <a:r>
              <a:rPr lang="en-US" b="1" i="1" dirty="0"/>
              <a:t> </a:t>
            </a:r>
            <a:r>
              <a:rPr lang="en-US" b="1" i="1" dirty="0" err="1"/>
              <a:t>hóa</a:t>
            </a:r>
            <a:r>
              <a:rPr lang="en-US" b="1" i="1" dirty="0"/>
              <a:t> </a:t>
            </a:r>
            <a:r>
              <a:rPr lang="en-US" b="1" i="1" dirty="0" err="1"/>
              <a:t>sản</a:t>
            </a:r>
            <a:r>
              <a:rPr lang="en-US" b="1" i="1" dirty="0"/>
              <a:t> </a:t>
            </a:r>
            <a:r>
              <a:rPr lang="en-US" b="1" i="1" dirty="0" err="1"/>
              <a:t>phẩm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8229600" cy="1447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dirty="0" err="1"/>
              <a:t>Nội</a:t>
            </a:r>
            <a:r>
              <a:rPr lang="en-US" sz="2800" dirty="0"/>
              <a:t> dung: </a:t>
            </a:r>
            <a:r>
              <a:rPr lang="en-US" sz="2800" dirty="0" err="1"/>
              <a:t>doanh</a:t>
            </a:r>
            <a:r>
              <a:rPr lang="en-US" sz="2800" dirty="0"/>
              <a:t> </a:t>
            </a:r>
            <a:r>
              <a:rPr lang="en-US" sz="2800" dirty="0" err="1"/>
              <a:t>nghiệp</a:t>
            </a:r>
            <a:r>
              <a:rPr lang="en-US" sz="2800" dirty="0"/>
              <a:t> </a:t>
            </a:r>
            <a:r>
              <a:rPr lang="en-US" sz="2800" dirty="0" err="1"/>
              <a:t>sản</a:t>
            </a:r>
            <a:r>
              <a:rPr lang="en-US" sz="2800" dirty="0"/>
              <a:t> </a:t>
            </a:r>
            <a:r>
              <a:rPr lang="en-US" sz="2800" dirty="0" err="1"/>
              <a:t>xuất</a:t>
            </a:r>
            <a:r>
              <a:rPr lang="en-US" sz="2800" dirty="0"/>
              <a:t> </a:t>
            </a:r>
            <a:r>
              <a:rPr lang="en-US" sz="2800" dirty="0" err="1"/>
              <a:t>một</a:t>
            </a:r>
            <a:r>
              <a:rPr lang="en-US" sz="2800" dirty="0"/>
              <a:t> </a:t>
            </a:r>
            <a:r>
              <a:rPr lang="en-US" sz="2800" dirty="0" err="1"/>
              <a:t>loại</a:t>
            </a:r>
            <a:r>
              <a:rPr lang="en-US" sz="2800" dirty="0"/>
              <a:t> </a:t>
            </a:r>
            <a:r>
              <a:rPr lang="en-US" sz="2800" dirty="0" err="1"/>
              <a:t>sản</a:t>
            </a:r>
            <a:r>
              <a:rPr lang="en-US" sz="2800" dirty="0"/>
              <a:t> </a:t>
            </a:r>
            <a:r>
              <a:rPr lang="en-US" sz="2800" dirty="0" err="1"/>
              <a:t>phẩm</a:t>
            </a:r>
            <a:r>
              <a:rPr lang="en-US" sz="2800" dirty="0"/>
              <a:t> </a:t>
            </a:r>
            <a:r>
              <a:rPr lang="en-US" sz="2800" dirty="0" err="1"/>
              <a:t>nhất</a:t>
            </a:r>
            <a:r>
              <a:rPr lang="en-US" sz="2800" dirty="0"/>
              <a:t> </a:t>
            </a:r>
            <a:r>
              <a:rPr lang="en-US" sz="2800" dirty="0" err="1"/>
              <a:t>định</a:t>
            </a:r>
            <a:r>
              <a:rPr lang="en-US" sz="2800" dirty="0"/>
              <a:t> </a:t>
            </a:r>
            <a:r>
              <a:rPr lang="en-US" sz="2800" dirty="0" err="1"/>
              <a:t>đê</a:t>
            </a:r>
            <a:r>
              <a:rPr lang="en-US" sz="2800" dirty="0"/>
              <a:t>̉ </a:t>
            </a:r>
            <a:r>
              <a:rPr lang="en-US" sz="2800" dirty="0" err="1"/>
              <a:t>bán</a:t>
            </a:r>
            <a:r>
              <a:rPr lang="en-US" sz="2800" dirty="0"/>
              <a:t> cho </a:t>
            </a:r>
            <a:r>
              <a:rPr lang="en-US" sz="2800" dirty="0" err="1"/>
              <a:t>một</a:t>
            </a:r>
            <a:r>
              <a:rPr lang="en-US" sz="2800" dirty="0"/>
              <a:t> </a:t>
            </a:r>
            <a:r>
              <a:rPr lang="en-US" sz="2800" dirty="0" err="1"/>
              <a:t>phân</a:t>
            </a:r>
            <a:r>
              <a:rPr lang="en-US" sz="2800" dirty="0"/>
              <a:t> </a:t>
            </a:r>
            <a:r>
              <a:rPr lang="en-US" sz="2800" dirty="0" err="1"/>
              <a:t>đoạn</a:t>
            </a:r>
            <a:r>
              <a:rPr lang="en-US" sz="2800" dirty="0"/>
              <a:t> </a:t>
            </a:r>
            <a:r>
              <a:rPr lang="en-US" sz="2800" dirty="0" err="1"/>
              <a:t>thi</a:t>
            </a:r>
            <a:r>
              <a:rPr lang="en-US" sz="2800" dirty="0"/>
              <a:t>̣ </a:t>
            </a:r>
            <a:r>
              <a:rPr lang="en-US" sz="2800" dirty="0" err="1"/>
              <a:t>trường</a:t>
            </a:r>
            <a:r>
              <a:rPr lang="en-US" sz="2800" dirty="0"/>
              <a:t>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4"/>
          <p:cNvGraphicFramePr>
            <a:graphicFrameLocks/>
          </p:cNvGraphicFramePr>
          <p:nvPr/>
        </p:nvGraphicFramePr>
        <p:xfrm>
          <a:off x="1295400" y="2209800"/>
          <a:ext cx="7086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43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Ưu</a:t>
                      </a:r>
                      <a:r>
                        <a:rPr lang="en-US" sz="2800" baseline="0" dirty="0"/>
                        <a:t> </a:t>
                      </a:r>
                      <a:r>
                        <a:rPr lang="en-US" sz="2800" baseline="0" dirty="0" err="1"/>
                        <a:t>điểm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/>
                        <a:t>Nhược</a:t>
                      </a:r>
                      <a:r>
                        <a:rPr lang="en-US" sz="2800" baseline="0" dirty="0"/>
                        <a:t> </a:t>
                      </a:r>
                      <a:r>
                        <a:rPr lang="en-US" sz="2800" baseline="0" dirty="0" err="1"/>
                        <a:t>điểm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-</a:t>
                      </a:r>
                      <a:r>
                        <a:rPr lang="en-US" sz="2800" kern="1200" dirty="0" err="1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Chuyên</a:t>
                      </a:r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 </a:t>
                      </a:r>
                      <a:r>
                        <a:rPr lang="en-US" sz="2800" kern="1200" dirty="0" err="1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môn</a:t>
                      </a:r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 </a:t>
                      </a:r>
                      <a:r>
                        <a:rPr lang="en-US" sz="2800" kern="1200" dirty="0" err="1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hóa</a:t>
                      </a:r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 </a:t>
                      </a:r>
                      <a:r>
                        <a:rPr lang="en-US" sz="2800" kern="1200" dirty="0" err="1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cao</a:t>
                      </a:r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 </a:t>
                      </a:r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  <a:sym typeface="Wingdings"/>
                        </a:rPr>
                        <a:t></a:t>
                      </a:r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 </a:t>
                      </a:r>
                      <a:r>
                        <a:rPr lang="en-US" sz="2800" kern="1200" dirty="0" err="1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dễ</a:t>
                      </a:r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 </a:t>
                      </a:r>
                      <a:r>
                        <a:rPr lang="en-US" sz="2800" kern="1200" dirty="0" err="1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tạo</a:t>
                      </a:r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 </a:t>
                      </a:r>
                      <a:r>
                        <a:rPr lang="en-US" sz="2800" kern="1200" dirty="0" err="1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dựng</a:t>
                      </a:r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 </a:t>
                      </a:r>
                      <a:r>
                        <a:rPr lang="en-US" sz="2800" kern="1200" dirty="0" err="1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danh</a:t>
                      </a:r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 </a:t>
                      </a:r>
                      <a:r>
                        <a:rPr lang="en-US" sz="2800" kern="1200" dirty="0" err="1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tiếng</a:t>
                      </a:r>
                      <a:endParaRPr lang="en-US" sz="2800" kern="1200" dirty="0">
                        <a:solidFill>
                          <a:schemeClr val="dk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Tx/>
                        <a:buChar char="-"/>
                      </a:pPr>
                      <a:r>
                        <a:rPr lang="en-US" sz="2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vi-VN" sz="2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Rủi ro lớn khi có mặt hàng thay thế; [đèn dầu </a:t>
                      </a:r>
                      <a:r>
                        <a:rPr lang="vi-VN" sz="2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Wingdings"/>
                        </a:rPr>
                        <a:t></a:t>
                      </a:r>
                      <a:r>
                        <a:rPr lang="vi-VN" sz="2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đèn điện; bách hóa </a:t>
                      </a:r>
                      <a:r>
                        <a:rPr lang="vi-VN" sz="2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Wingdings"/>
                        </a:rPr>
                        <a:t></a:t>
                      </a:r>
                      <a:r>
                        <a:rPr lang="vi-VN" sz="2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siêu thị…];</a:t>
                      </a:r>
                      <a:endParaRPr lang="en-US" sz="2800" kern="1200" dirty="0">
                        <a:solidFill>
                          <a:schemeClr val="dk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itle 1"/>
          <p:cNvSpPr txBox="1">
            <a:spLocks/>
          </p:cNvSpPr>
          <p:nvPr/>
        </p:nvSpPr>
        <p:spPr>
          <a:xfrm>
            <a:off x="533400" y="381000"/>
            <a:ext cx="8229600" cy="114300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1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3.3.2.4 Chuyên môn hóa sản phẩm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3.3.2.5 </a:t>
            </a:r>
            <a:r>
              <a:rPr lang="en-US" b="1" i="1" dirty="0" err="1"/>
              <a:t>Phục</a:t>
            </a:r>
            <a:r>
              <a:rPr lang="en-US" b="1" i="1" dirty="0"/>
              <a:t> vụ </a:t>
            </a:r>
            <a:r>
              <a:rPr lang="en-US" b="1" i="1" dirty="0" err="1"/>
              <a:t>toàn</a:t>
            </a:r>
            <a:r>
              <a:rPr lang="en-US" b="1" i="1" dirty="0"/>
              <a:t> </a:t>
            </a:r>
            <a:r>
              <a:rPr lang="en-US" b="1" i="1" dirty="0" err="1"/>
              <a:t>bô</a:t>
            </a:r>
            <a:r>
              <a:rPr lang="en-US" b="1" i="1" dirty="0"/>
              <a:t>̣ </a:t>
            </a:r>
            <a:r>
              <a:rPr lang="en-US" b="1" i="1" dirty="0" err="1"/>
              <a:t>thi</a:t>
            </a:r>
            <a:r>
              <a:rPr lang="en-US" b="1" i="1" dirty="0"/>
              <a:t>̣ </a:t>
            </a:r>
            <a:r>
              <a:rPr lang="en-US" b="1" i="1" dirty="0" err="1"/>
              <a:t>trường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3800" y="2514600"/>
            <a:ext cx="2133600" cy="533399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/>
              <a:t>     Marketing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biệt</a:t>
            </a:r>
            <a:endParaRPr lang="en-US" dirty="0"/>
          </a:p>
        </p:txBody>
      </p:sp>
      <p:grpSp>
        <p:nvGrpSpPr>
          <p:cNvPr id="4" name="Group 23"/>
          <p:cNvGrpSpPr>
            <a:grpSpLocks/>
          </p:cNvGrpSpPr>
          <p:nvPr/>
        </p:nvGrpSpPr>
        <p:grpSpPr bwMode="auto">
          <a:xfrm>
            <a:off x="838200" y="4114800"/>
            <a:ext cx="7213600" cy="1554162"/>
            <a:chOff x="144" y="653"/>
            <a:chExt cx="4544" cy="979"/>
          </a:xfrm>
        </p:grpSpPr>
        <p:sp>
          <p:nvSpPr>
            <p:cNvPr id="5" name="AutoShape 12"/>
            <p:cNvSpPr>
              <a:spLocks noChangeArrowheads="1"/>
            </p:cNvSpPr>
            <p:nvPr/>
          </p:nvSpPr>
          <p:spPr bwMode="auto">
            <a:xfrm rot="5400000">
              <a:off x="3662" y="27"/>
              <a:ext cx="354" cy="1698"/>
            </a:xfrm>
            <a:prstGeom prst="cube">
              <a:avLst>
                <a:gd name="adj" fmla="val 16074"/>
              </a:avLst>
            </a:prstGeom>
            <a:solidFill>
              <a:srgbClr val="FEFF7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676767"/>
              </a:outerShdw>
            </a:effectLst>
          </p:spPr>
          <p:txBody>
            <a:bodyPr rot="10800000" vert="eaVert" wrap="none" lIns="78355" tIns="39889" rIns="78355" bIns="39889" anchor="ctr"/>
            <a:lstStyle/>
            <a:p>
              <a:pPr algn="ctr" defTabSz="769938" eaLnBrk="0" hangingPunct="0">
                <a:defRPr/>
              </a:pPr>
              <a:r>
                <a:rPr lang="en-US" sz="1800" b="0">
                  <a:solidFill>
                    <a:srgbClr val="000000"/>
                  </a:solidFill>
                  <a:latin typeface="Tahoma" pitchFamily="34" charset="0"/>
                </a:rPr>
                <a:t>Segment 1</a:t>
              </a:r>
            </a:p>
          </p:txBody>
        </p:sp>
        <p:sp>
          <p:nvSpPr>
            <p:cNvPr id="6" name="AutoShape 13"/>
            <p:cNvSpPr>
              <a:spLocks noChangeArrowheads="1"/>
            </p:cNvSpPr>
            <p:nvPr/>
          </p:nvSpPr>
          <p:spPr bwMode="auto">
            <a:xfrm rot="5400000">
              <a:off x="3663" y="324"/>
              <a:ext cx="352" cy="1698"/>
            </a:xfrm>
            <a:prstGeom prst="cube">
              <a:avLst>
                <a:gd name="adj" fmla="val 16074"/>
              </a:avLst>
            </a:prstGeom>
            <a:solidFill>
              <a:srgbClr val="CC99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676767"/>
              </a:outerShdw>
            </a:effectLst>
          </p:spPr>
          <p:txBody>
            <a:bodyPr rot="10800000" vert="eaVert" wrap="none" lIns="78355" tIns="39889" rIns="78355" bIns="39889" anchor="ctr"/>
            <a:lstStyle/>
            <a:p>
              <a:pPr algn="ctr" defTabSz="769938" eaLnBrk="0" hangingPunct="0">
                <a:defRPr/>
              </a:pPr>
              <a:r>
                <a:rPr lang="en-US" sz="1800" b="0">
                  <a:solidFill>
                    <a:srgbClr val="000000"/>
                  </a:solidFill>
                  <a:latin typeface="Tahoma" pitchFamily="34" charset="0"/>
                </a:rPr>
                <a:t>Segment 2</a:t>
              </a:r>
            </a:p>
          </p:txBody>
        </p:sp>
        <p:sp>
          <p:nvSpPr>
            <p:cNvPr id="7" name="AutoShape 14"/>
            <p:cNvSpPr>
              <a:spLocks noChangeArrowheads="1"/>
            </p:cNvSpPr>
            <p:nvPr/>
          </p:nvSpPr>
          <p:spPr bwMode="auto">
            <a:xfrm rot="5400000">
              <a:off x="3679" y="605"/>
              <a:ext cx="319" cy="1698"/>
            </a:xfrm>
            <a:prstGeom prst="cube">
              <a:avLst>
                <a:gd name="adj" fmla="val 16074"/>
              </a:avLst>
            </a:prstGeom>
            <a:solidFill>
              <a:srgbClr val="A2FFA3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676767"/>
              </a:outerShdw>
            </a:effectLst>
          </p:spPr>
          <p:txBody>
            <a:bodyPr rot="10800000" vert="eaVert" wrap="none" lIns="78355" tIns="39889" rIns="78355" bIns="39889" anchor="ctr"/>
            <a:lstStyle/>
            <a:p>
              <a:pPr algn="ctr" defTabSz="769938" eaLnBrk="0" hangingPunct="0">
                <a:defRPr/>
              </a:pPr>
              <a:r>
                <a:rPr lang="en-US" sz="1800" b="0">
                  <a:solidFill>
                    <a:srgbClr val="000000"/>
                  </a:solidFill>
                  <a:latin typeface="Tahoma" pitchFamily="34" charset="0"/>
                </a:rPr>
                <a:t>Segment 3</a:t>
              </a:r>
            </a:p>
          </p:txBody>
        </p:sp>
        <p:sp>
          <p:nvSpPr>
            <p:cNvPr id="8" name="AutoShape 15"/>
            <p:cNvSpPr>
              <a:spLocks noChangeArrowheads="1"/>
            </p:cNvSpPr>
            <p:nvPr/>
          </p:nvSpPr>
          <p:spPr bwMode="auto">
            <a:xfrm rot="5400000">
              <a:off x="798" y="-1"/>
              <a:ext cx="392" cy="1699"/>
            </a:xfrm>
            <a:prstGeom prst="cube">
              <a:avLst>
                <a:gd name="adj" fmla="val 16074"/>
              </a:avLst>
            </a:prstGeom>
            <a:solidFill>
              <a:srgbClr val="FEFF7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676767"/>
              </a:outerShdw>
            </a:effectLst>
          </p:spPr>
          <p:txBody>
            <a:bodyPr rot="10800000" vert="eaVert" wrap="none" lIns="78355" tIns="39889" rIns="78355" bIns="39889" anchor="ctr"/>
            <a:lstStyle/>
            <a:p>
              <a:pPr algn="ctr" defTabSz="769938" eaLnBrk="0" hangingPunct="0">
                <a:defRPr/>
              </a:pPr>
              <a:r>
                <a:rPr lang="en-US" sz="1800" b="0">
                  <a:solidFill>
                    <a:srgbClr val="000000"/>
                  </a:solidFill>
                  <a:latin typeface="Tahoma" pitchFamily="34" charset="0"/>
                </a:rPr>
                <a:t>Company</a:t>
              </a:r>
            </a:p>
            <a:p>
              <a:pPr algn="ctr" defTabSz="769938" eaLnBrk="0" hangingPunct="0">
                <a:defRPr/>
              </a:pPr>
              <a:r>
                <a:rPr lang="en-US" sz="1800" b="0">
                  <a:solidFill>
                    <a:srgbClr val="000000"/>
                  </a:solidFill>
                  <a:latin typeface="Tahoma" pitchFamily="34" charset="0"/>
                </a:rPr>
                <a:t>Marketing Mix 1</a:t>
              </a:r>
            </a:p>
          </p:txBody>
        </p:sp>
        <p:sp>
          <p:nvSpPr>
            <p:cNvPr id="9" name="AutoShape 16"/>
            <p:cNvSpPr>
              <a:spLocks noChangeArrowheads="1"/>
            </p:cNvSpPr>
            <p:nvPr/>
          </p:nvSpPr>
          <p:spPr bwMode="auto">
            <a:xfrm rot="5400000">
              <a:off x="817" y="317"/>
              <a:ext cx="354" cy="1699"/>
            </a:xfrm>
            <a:prstGeom prst="cube">
              <a:avLst>
                <a:gd name="adj" fmla="val 16074"/>
              </a:avLst>
            </a:prstGeom>
            <a:solidFill>
              <a:srgbClr val="D49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676767"/>
              </a:outerShdw>
            </a:effectLst>
          </p:spPr>
          <p:txBody>
            <a:bodyPr rot="10800000" vert="eaVert" wrap="none" lIns="78355" tIns="39889" rIns="78355" bIns="39889" anchor="ctr"/>
            <a:lstStyle/>
            <a:p>
              <a:pPr algn="ctr" defTabSz="769938" eaLnBrk="0" hangingPunct="0">
                <a:defRPr/>
              </a:pPr>
              <a:r>
                <a:rPr lang="en-US" sz="1800" b="0">
                  <a:solidFill>
                    <a:srgbClr val="000000"/>
                  </a:solidFill>
                  <a:latin typeface="Tahoma" pitchFamily="34" charset="0"/>
                </a:rPr>
                <a:t>Company</a:t>
              </a:r>
            </a:p>
            <a:p>
              <a:pPr algn="ctr" defTabSz="769938" eaLnBrk="0" hangingPunct="0">
                <a:defRPr/>
              </a:pPr>
              <a:r>
                <a:rPr lang="en-US" sz="1800" b="0">
                  <a:solidFill>
                    <a:srgbClr val="000000"/>
                  </a:solidFill>
                  <a:latin typeface="Tahoma" pitchFamily="34" charset="0"/>
                </a:rPr>
                <a:t>Marketing Mix 2</a:t>
              </a:r>
            </a:p>
          </p:txBody>
        </p:sp>
        <p:sp>
          <p:nvSpPr>
            <p:cNvPr id="10" name="AutoShape 17"/>
            <p:cNvSpPr>
              <a:spLocks noChangeArrowheads="1"/>
            </p:cNvSpPr>
            <p:nvPr/>
          </p:nvSpPr>
          <p:spPr bwMode="auto">
            <a:xfrm rot="5400000">
              <a:off x="822" y="610"/>
              <a:ext cx="344" cy="1699"/>
            </a:xfrm>
            <a:prstGeom prst="cube">
              <a:avLst>
                <a:gd name="adj" fmla="val 16074"/>
              </a:avLst>
            </a:prstGeom>
            <a:solidFill>
              <a:srgbClr val="A2FFA3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676767"/>
              </a:outerShdw>
            </a:effectLst>
          </p:spPr>
          <p:txBody>
            <a:bodyPr rot="10800000" vert="eaVert" wrap="none" lIns="78355" tIns="39889" rIns="78355" bIns="39889" anchor="ctr"/>
            <a:lstStyle/>
            <a:p>
              <a:pPr algn="ctr" defTabSz="769938" eaLnBrk="0" hangingPunct="0">
                <a:defRPr/>
              </a:pPr>
              <a:r>
                <a:rPr lang="en-US" sz="1800" b="0" dirty="0">
                  <a:solidFill>
                    <a:srgbClr val="000000"/>
                  </a:solidFill>
                  <a:latin typeface="Tahoma" pitchFamily="34" charset="0"/>
                </a:rPr>
                <a:t>Company</a:t>
              </a:r>
            </a:p>
            <a:p>
              <a:pPr algn="ctr" defTabSz="769938" eaLnBrk="0" hangingPunct="0">
                <a:defRPr/>
              </a:pPr>
              <a:r>
                <a:rPr lang="en-US" sz="1800" b="0" dirty="0">
                  <a:solidFill>
                    <a:srgbClr val="000000"/>
                  </a:solidFill>
                  <a:latin typeface="Tahoma" pitchFamily="34" charset="0"/>
                </a:rPr>
                <a:t>Marketing Mix 3</a:t>
              </a:r>
            </a:p>
          </p:txBody>
        </p:sp>
        <p:sp>
          <p:nvSpPr>
            <p:cNvPr id="11" name="Line 18"/>
            <p:cNvSpPr>
              <a:spLocks noChangeShapeType="1"/>
            </p:cNvSpPr>
            <p:nvPr/>
          </p:nvSpPr>
          <p:spPr bwMode="auto">
            <a:xfrm>
              <a:off x="1802" y="866"/>
              <a:ext cx="118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Line 19"/>
            <p:cNvSpPr>
              <a:spLocks noChangeShapeType="1"/>
            </p:cNvSpPr>
            <p:nvPr/>
          </p:nvSpPr>
          <p:spPr bwMode="auto">
            <a:xfrm>
              <a:off x="1802" y="1141"/>
              <a:ext cx="118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Line 20"/>
            <p:cNvSpPr>
              <a:spLocks noChangeShapeType="1"/>
            </p:cNvSpPr>
            <p:nvPr/>
          </p:nvSpPr>
          <p:spPr bwMode="auto">
            <a:xfrm>
              <a:off x="1802" y="1444"/>
              <a:ext cx="118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Rectangle 13"/>
          <p:cNvSpPr/>
          <p:nvPr/>
        </p:nvSpPr>
        <p:spPr>
          <a:xfrm>
            <a:off x="3429000" y="5867400"/>
            <a:ext cx="20919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Marketing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biệt</a:t>
            </a:r>
            <a:endParaRPr lang="en-US" dirty="0"/>
          </a:p>
        </p:txBody>
      </p:sp>
      <p:sp>
        <p:nvSpPr>
          <p:cNvPr id="15" name="AutoShape 9"/>
          <p:cNvSpPr>
            <a:spLocks noChangeArrowheads="1"/>
          </p:cNvSpPr>
          <p:nvPr/>
        </p:nvSpPr>
        <p:spPr bwMode="auto">
          <a:xfrm rot="5400000">
            <a:off x="4270375" y="454025"/>
            <a:ext cx="962025" cy="2644775"/>
          </a:xfrm>
          <a:prstGeom prst="cube">
            <a:avLst>
              <a:gd name="adj" fmla="val 10384"/>
            </a:avLst>
          </a:prstGeom>
          <a:solidFill>
            <a:srgbClr val="A2FFA3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676767"/>
            </a:outerShdw>
          </a:effectLst>
        </p:spPr>
        <p:txBody>
          <a:bodyPr rot="10800000" vert="eaVert" wrap="none" lIns="81204" tIns="39889" rIns="81204" bIns="39889" anchor="ctr"/>
          <a:lstStyle/>
          <a:p>
            <a:pPr algn="ctr" defTabSz="820738" eaLnBrk="0" hangingPunct="0">
              <a:lnSpc>
                <a:spcPct val="90000"/>
              </a:lnSpc>
              <a:defRPr/>
            </a:pPr>
            <a:r>
              <a:rPr lang="en-US" sz="1800" b="0">
                <a:solidFill>
                  <a:srgbClr val="000000"/>
                </a:solidFill>
                <a:latin typeface="Tahoma" pitchFamily="34" charset="0"/>
              </a:rPr>
              <a:t>Market</a:t>
            </a:r>
          </a:p>
        </p:txBody>
      </p:sp>
      <p:pic>
        <p:nvPicPr>
          <p:cNvPr id="35842" name="Picture 2" descr="https://encrypted-tbn3.gstatic.com/images?q=tbn:ANd9GcSlXNrlxS_KE1f9WsmQ2q7Koh0ThMhDibyRoDjtkjxcp5fKF-cv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0" y="1219200"/>
            <a:ext cx="1507834" cy="16192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371600"/>
          </a:xfr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br>
              <a:rPr lang="en-US" sz="3200" b="1" dirty="0"/>
            </a:br>
            <a:r>
              <a:rPr lang="en-US" sz="3200" b="1" dirty="0"/>
              <a:t>3.4 ĐỊNH VỊ TRÍ SẢN PHẨM TRONG THỊ TRƯỜNG </a:t>
            </a:r>
            <a:br>
              <a:rPr lang="en-US" sz="3200" b="1" dirty="0"/>
            </a:b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u="sng" dirty="0" err="1"/>
              <a:t>Định</a:t>
            </a:r>
            <a:r>
              <a:rPr lang="en-US" u="sng" dirty="0"/>
              <a:t> </a:t>
            </a:r>
            <a:r>
              <a:rPr lang="en-US" u="sng" dirty="0" err="1"/>
              <a:t>vị</a:t>
            </a:r>
            <a:r>
              <a:rPr lang="en-US" u="sng" dirty="0"/>
              <a:t> </a:t>
            </a:r>
            <a:r>
              <a:rPr lang="en-US" u="sng" dirty="0" err="1"/>
              <a:t>là</a:t>
            </a:r>
            <a:r>
              <a:rPr lang="en-US" u="sng" dirty="0"/>
              <a:t> </a:t>
            </a:r>
            <a:r>
              <a:rPr lang="en-US" u="sng" dirty="0" err="1"/>
              <a:t>gì</a:t>
            </a:r>
            <a:r>
              <a:rPr lang="en-US" u="sng" dirty="0"/>
              <a:t>?</a:t>
            </a:r>
          </a:p>
          <a:p>
            <a:pPr>
              <a:buNone/>
            </a:pPr>
            <a:r>
              <a:rPr lang="en-US" dirty="0"/>
              <a:t>     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biệt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tâm</a:t>
            </a:r>
            <a:r>
              <a:rPr lang="en-US" dirty="0"/>
              <a:t> </a:t>
            </a:r>
            <a:r>
              <a:rPr lang="en-US" dirty="0" err="1"/>
              <a:t>trí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endParaRPr lang="en-US" dirty="0"/>
          </a:p>
        </p:txBody>
      </p:sp>
      <p:pic>
        <p:nvPicPr>
          <p:cNvPr id="4" name="Picture 7" descr="EX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505200"/>
            <a:ext cx="9144000" cy="3352800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Lý</a:t>
            </a:r>
            <a:r>
              <a:rPr lang="en-US" dirty="0"/>
              <a:t> do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4" name="Picture 2" descr="http://trituedoanhnhan.com/wp-content/uploads/2012/11/dinh-vi-thuong-hieu-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00" y="1752600"/>
            <a:ext cx="5048250" cy="37433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686800" cy="1143000"/>
          </a:xfrm>
        </p:spPr>
        <p:txBody>
          <a:bodyPr>
            <a:normAutofit/>
          </a:bodyPr>
          <a:lstStyle/>
          <a:p>
            <a:r>
              <a:rPr lang="en-US" sz="3200" dirty="0"/>
              <a:t>4 </a:t>
            </a:r>
            <a:r>
              <a:rPr lang="en-US" sz="3200" dirty="0" err="1"/>
              <a:t>cách</a:t>
            </a:r>
            <a:r>
              <a:rPr lang="en-US" sz="3200" dirty="0"/>
              <a:t> </a:t>
            </a:r>
            <a:r>
              <a:rPr lang="en-US" sz="3200" dirty="0" err="1"/>
              <a:t>suy</a:t>
            </a:r>
            <a:r>
              <a:rPr lang="en-US" sz="3200" dirty="0"/>
              <a:t> </a:t>
            </a:r>
            <a:r>
              <a:rPr lang="en-US" sz="3200" dirty="0" err="1"/>
              <a:t>nghi</a:t>
            </a:r>
            <a:r>
              <a:rPr lang="en-US" sz="3200" dirty="0"/>
              <a:t>̃ </a:t>
            </a:r>
            <a:r>
              <a:rPr lang="en-US" sz="3200" dirty="0" err="1"/>
              <a:t>đê</a:t>
            </a:r>
            <a:r>
              <a:rPr lang="en-US" sz="3200" dirty="0"/>
              <a:t>̉ </a:t>
            </a:r>
            <a:r>
              <a:rPr lang="en-US" sz="3200" dirty="0" err="1"/>
              <a:t>tạo</a:t>
            </a:r>
            <a:r>
              <a:rPr lang="en-US" sz="3200" dirty="0"/>
              <a:t> </a:t>
            </a:r>
            <a:r>
              <a:rPr lang="en-US" sz="3200" dirty="0" err="1"/>
              <a:t>ra</a:t>
            </a:r>
            <a:r>
              <a:rPr lang="en-US" sz="3200" dirty="0"/>
              <a:t> </a:t>
            </a:r>
            <a:r>
              <a:rPr lang="en-US" sz="3200" dirty="0" err="1"/>
              <a:t>những</a:t>
            </a:r>
            <a:r>
              <a:rPr lang="en-US" sz="3200" dirty="0"/>
              <a:t> </a:t>
            </a:r>
            <a:r>
              <a:rPr lang="en-US" sz="3200" dirty="0" err="1"/>
              <a:t>đặc</a:t>
            </a:r>
            <a:r>
              <a:rPr lang="en-US" sz="3200" dirty="0"/>
              <a:t> </a:t>
            </a:r>
            <a:r>
              <a:rPr lang="en-US" sz="3200" dirty="0" err="1"/>
              <a:t>điểm</a:t>
            </a:r>
            <a:r>
              <a:rPr lang="en-US" sz="3200" dirty="0"/>
              <a:t> </a:t>
            </a:r>
            <a:r>
              <a:rPr lang="en-US" sz="3200" dirty="0" err="1"/>
              <a:t>khác</a:t>
            </a:r>
            <a:r>
              <a:rPr lang="en-US" sz="3200" dirty="0"/>
              <a:t> </a:t>
            </a:r>
            <a:r>
              <a:rPr lang="en-US" sz="3200" dirty="0" err="1"/>
              <a:t>biệt</a:t>
            </a:r>
            <a:r>
              <a:rPr lang="en-US" sz="3200" dirty="0"/>
              <a:t> 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609600" y="2160588"/>
          <a:ext cx="6348413" cy="388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16-Point Star 4"/>
          <p:cNvSpPr/>
          <p:nvPr/>
        </p:nvSpPr>
        <p:spPr>
          <a:xfrm>
            <a:off x="457200" y="5334000"/>
            <a:ext cx="1600200" cy="1524000"/>
          </a:xfrm>
          <a:prstGeom prst="star16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Cắt</a:t>
            </a:r>
            <a:r>
              <a:rPr lang="en-US" dirty="0"/>
              <a:t> </a:t>
            </a:r>
            <a:r>
              <a:rPr lang="en-US" dirty="0" err="1"/>
              <a:t>giảm</a:t>
            </a:r>
            <a:r>
              <a:rPr lang="en-US" dirty="0"/>
              <a:t> chi </a:t>
            </a:r>
            <a:r>
              <a:rPr lang="en-US" dirty="0" err="1"/>
              <a:t>phí</a:t>
            </a:r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381000" y="5334000"/>
            <a:ext cx="1676400" cy="152400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rot="5400000" flipH="1" flipV="1">
            <a:off x="419100" y="5372100"/>
            <a:ext cx="1524000" cy="144780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3200" b="1" i="1" dirty="0" err="1"/>
              <a:t>Tạo</a:t>
            </a:r>
            <a:r>
              <a:rPr lang="en-US" sz="3200" b="1" i="1" dirty="0"/>
              <a:t> </a:t>
            </a:r>
            <a:r>
              <a:rPr lang="en-US" sz="3200" b="1" i="1" dirty="0" err="1"/>
              <a:t>đặc</a:t>
            </a:r>
            <a:r>
              <a:rPr lang="en-US" sz="3200" b="1" i="1" dirty="0"/>
              <a:t> </a:t>
            </a:r>
            <a:r>
              <a:rPr lang="en-US" sz="3200" b="1" i="1" dirty="0" err="1"/>
              <a:t>điểm</a:t>
            </a:r>
            <a:r>
              <a:rPr lang="en-US" sz="3200" b="1" i="1" dirty="0"/>
              <a:t> </a:t>
            </a:r>
            <a:r>
              <a:rPr lang="en-US" sz="3200" b="1" i="1" dirty="0" err="1"/>
              <a:t>khác</a:t>
            </a:r>
            <a:r>
              <a:rPr lang="en-US" sz="3200" b="1" i="1" dirty="0"/>
              <a:t> </a:t>
            </a:r>
            <a:r>
              <a:rPr lang="en-US" sz="3200" b="1" i="1" dirty="0" err="1"/>
              <a:t>biệt</a:t>
            </a:r>
            <a:r>
              <a:rPr lang="en-US" sz="3200" b="1" i="1" dirty="0"/>
              <a:t> cho </a:t>
            </a:r>
            <a:r>
              <a:rPr lang="en-US" sz="3200" b="1" i="1" dirty="0" err="1"/>
              <a:t>sản</a:t>
            </a:r>
            <a:r>
              <a:rPr lang="en-US" sz="3200" b="1" i="1" dirty="0"/>
              <a:t> </a:t>
            </a:r>
            <a:r>
              <a:rPr lang="en-US" sz="3200" b="1" i="1" dirty="0" err="1"/>
              <a:t>phẩm</a:t>
            </a:r>
            <a:r>
              <a:rPr lang="en-US" sz="3200" b="1" i="1" dirty="0"/>
              <a:t> 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146" name="Picture 2" descr="http://media.theweek.com/img/dir_0090/45197_article_full/can-ceo-tim-cook-lead-apple-back-to-the-share-price-promised-land.jpg?17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1752600"/>
            <a:ext cx="3049842" cy="1838325"/>
          </a:xfrm>
          <a:prstGeom prst="rect">
            <a:avLst/>
          </a:prstGeom>
          <a:noFill/>
        </p:spPr>
      </p:pic>
      <p:pic>
        <p:nvPicPr>
          <p:cNvPr id="6148" name="Picture 4" descr="http://blogs.sonymobile.com/wp-content/uploads/2012/08/SonyCorpWebsite_leftcol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62599" y="1676400"/>
            <a:ext cx="3177047" cy="1790701"/>
          </a:xfrm>
          <a:prstGeom prst="rect">
            <a:avLst/>
          </a:prstGeom>
          <a:noFill/>
        </p:spPr>
      </p:pic>
      <p:pic>
        <p:nvPicPr>
          <p:cNvPr id="6150" name="Picture 6" descr="http://upload.wikimedia.org/wikipedia/commons/9/94/Old_Nike_logo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886200" y="3429000"/>
            <a:ext cx="3048000" cy="2057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Autofit/>
          </a:bodyPr>
          <a:lstStyle/>
          <a:p>
            <a:r>
              <a:rPr lang="en-US" sz="3200" b="1" i="1" dirty="0" err="1"/>
              <a:t>Đặc</a:t>
            </a:r>
            <a:r>
              <a:rPr lang="en-US" sz="3200" b="1" i="1" dirty="0"/>
              <a:t> </a:t>
            </a:r>
            <a:r>
              <a:rPr lang="en-US" sz="3200" b="1" i="1" dirty="0" err="1"/>
              <a:t>điểm</a:t>
            </a:r>
            <a:r>
              <a:rPr lang="en-US" sz="3200" b="1" i="1" dirty="0"/>
              <a:t> </a:t>
            </a:r>
            <a:r>
              <a:rPr lang="en-US" sz="3200" b="1" i="1" dirty="0" err="1"/>
              <a:t>nhận</a:t>
            </a:r>
            <a:r>
              <a:rPr lang="en-US" sz="3200" b="1" i="1" dirty="0"/>
              <a:t> </a:t>
            </a:r>
            <a:r>
              <a:rPr lang="en-US" sz="3200" b="1" i="1" dirty="0" err="1"/>
              <a:t>dạng</a:t>
            </a:r>
            <a:r>
              <a:rPr lang="en-US" sz="3200" b="1" i="1" dirty="0"/>
              <a:t> </a:t>
            </a:r>
            <a:r>
              <a:rPr lang="en-US" sz="3200" b="1" i="1" dirty="0" err="1"/>
              <a:t>và</a:t>
            </a:r>
            <a:r>
              <a:rPr lang="en-US" sz="3200" b="1" i="1" dirty="0"/>
              <a:t> </a:t>
            </a:r>
            <a:r>
              <a:rPr lang="en-US" sz="3200" b="1" i="1" dirty="0" err="1"/>
              <a:t>hình</a:t>
            </a:r>
            <a:r>
              <a:rPr lang="en-US" sz="3200" b="1" i="1" dirty="0"/>
              <a:t> </a:t>
            </a:r>
            <a:r>
              <a:rPr lang="en-US" sz="3200" b="1" i="1" dirty="0" err="1"/>
              <a:t>ảnh</a:t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5298" name="Picture 2" descr="http://2.bp.blogspot.com/-UfS9SA3CZy0/T0PbwYpfhNI/AAAAAAAAGj0/e0Y7ax9b5E8/s1600/Nice-Animal-Grey-Kangaroo-Sitting-Pictur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6800" y="914400"/>
            <a:ext cx="2959100" cy="3429000"/>
          </a:xfrm>
          <a:prstGeom prst="rect">
            <a:avLst/>
          </a:prstGeom>
          <a:noFill/>
        </p:spPr>
      </p:pic>
      <p:pic>
        <p:nvPicPr>
          <p:cNvPr id="55300" name="Picture 4" descr="https://encrypted-tbn1.gstatic.com/images?q=tbn:ANd9GcRiUWjtPb5Cdutuaj2knnB6fLzt6_-hh70i9bfANLjtCVek52PY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10200" y="685800"/>
            <a:ext cx="2381250" cy="37433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Câu</a:t>
            </a:r>
            <a:r>
              <a:rPr lang="en-US" dirty="0"/>
              <a:t> Slogan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4290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1.Just do it!</a:t>
            </a:r>
          </a:p>
          <a:p>
            <a:pPr>
              <a:buNone/>
            </a:pPr>
            <a:r>
              <a:rPr lang="en-US" dirty="0"/>
              <a:t>2.Fashion and more</a:t>
            </a:r>
          </a:p>
          <a:p>
            <a:pPr>
              <a:buNone/>
            </a:pPr>
            <a:r>
              <a:rPr lang="en-US" dirty="0"/>
              <a:t>3.More happy</a:t>
            </a:r>
          </a:p>
          <a:p>
            <a:pPr>
              <a:buNone/>
            </a:pPr>
            <a:r>
              <a:rPr lang="en-US" dirty="0"/>
              <a:t>4.It’s finger </a:t>
            </a:r>
            <a:r>
              <a:rPr lang="en-US" dirty="0" err="1"/>
              <a:t>lickin’s</a:t>
            </a:r>
            <a:r>
              <a:rPr lang="en-US" dirty="0"/>
              <a:t> good</a:t>
            </a:r>
          </a:p>
          <a:p>
            <a:pPr>
              <a:buNone/>
            </a:pPr>
            <a:r>
              <a:rPr lang="en-US" dirty="0"/>
              <a:t>5.Think different</a:t>
            </a:r>
          </a:p>
          <a:p>
            <a:pPr>
              <a:buNone/>
            </a:pPr>
            <a:r>
              <a:rPr lang="en-US" dirty="0"/>
              <a:t>6.Connecting people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724400" y="1524000"/>
            <a:ext cx="34290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7.Làm</a:t>
            </a:r>
            <a:r>
              <a:rPr kumimoji="0" lang="en-US" sz="32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con </a:t>
            </a:r>
            <a:r>
              <a:rPr kumimoji="0" lang="en-US" sz="32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gái</a:t>
            </a:r>
            <a:r>
              <a:rPr kumimoji="0" lang="en-US" sz="32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thật</a:t>
            </a:r>
            <a:r>
              <a:rPr kumimoji="0" lang="en-US" sz="32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tuyệt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8.Ngọt</a:t>
            </a:r>
            <a:r>
              <a:rPr kumimoji="0" lang="en-US" sz="32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ngào</a:t>
            </a:r>
            <a:r>
              <a:rPr kumimoji="0" lang="en-US" sz="32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như</a:t>
            </a:r>
            <a:r>
              <a:rPr kumimoji="0" lang="en-US" sz="32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vòng</a:t>
            </a:r>
            <a:r>
              <a:rPr kumimoji="0" lang="en-US" sz="32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tay</a:t>
            </a:r>
            <a:r>
              <a:rPr kumimoji="0" lang="en-US" sz="32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âu</a:t>
            </a:r>
            <a:r>
              <a:rPr kumimoji="0" lang="en-US" sz="32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yếm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9.Sức</a:t>
            </a:r>
            <a:r>
              <a:rPr kumimoji="0" lang="en-US" sz="32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sống</a:t>
            </a:r>
            <a:r>
              <a:rPr kumimoji="0" lang="en-US" sz="32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cho </a:t>
            </a:r>
            <a:r>
              <a:rPr kumimoji="0" lang="en-US" sz="32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mỗi</a:t>
            </a:r>
            <a:r>
              <a:rPr kumimoji="0" lang="en-US" sz="32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ngày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10.Cuộc</a:t>
            </a:r>
            <a:r>
              <a:rPr kumimoji="0" lang="en-US" sz="32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sống</a:t>
            </a:r>
            <a:r>
              <a:rPr kumimoji="0" lang="en-US" sz="32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đích</a:t>
            </a:r>
            <a:r>
              <a:rPr kumimoji="0" lang="en-US" sz="32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thực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11.Chỉ</a:t>
            </a:r>
            <a:r>
              <a:rPr kumimoji="0" lang="en-US" sz="32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đón</a:t>
            </a:r>
            <a:r>
              <a:rPr kumimoji="0" lang="en-US" sz="32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người</a:t>
            </a:r>
            <a:r>
              <a:rPr kumimoji="0" lang="en-US" sz="32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đẹp</a:t>
            </a:r>
            <a:r>
              <a:rPr kumimoji="0" lang="en-US" sz="32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32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miễn</a:t>
            </a:r>
            <a:r>
              <a:rPr kumimoji="0" lang="en-US" sz="32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tiếp</a:t>
            </a:r>
            <a:r>
              <a:rPr kumimoji="0" lang="en-US" sz="32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gàu</a:t>
            </a:r>
            <a:endParaRPr kumimoji="0" lang="en-US" sz="3200" b="0" i="0" u="none" strike="noStrike" kern="120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3200" baseline="0" dirty="0"/>
              <a:t>12.Sự</a:t>
            </a:r>
            <a:r>
              <a:rPr lang="en-US" sz="3200" dirty="0"/>
              <a:t> </a:t>
            </a:r>
            <a:r>
              <a:rPr lang="en-US" sz="3200" dirty="0" err="1"/>
              <a:t>lôi</a:t>
            </a:r>
            <a:r>
              <a:rPr lang="en-US" sz="3200" dirty="0"/>
              <a:t> </a:t>
            </a:r>
            <a:r>
              <a:rPr lang="en-US" sz="3200" dirty="0" err="1"/>
              <a:t>cuốn</a:t>
            </a:r>
            <a:r>
              <a:rPr lang="en-US" sz="3200" dirty="0"/>
              <a:t> </a:t>
            </a:r>
            <a:r>
              <a:rPr lang="en-US" sz="3200" dirty="0" err="1"/>
              <a:t>kỳ</a:t>
            </a:r>
            <a:r>
              <a:rPr lang="en-US" sz="3200" dirty="0"/>
              <a:t> </a:t>
            </a:r>
            <a:r>
              <a:rPr lang="en-US" sz="3200" dirty="0" err="1"/>
              <a:t>diệu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Thương</a:t>
            </a:r>
            <a:r>
              <a:rPr lang="en-US" dirty="0"/>
              <a:t> </a:t>
            </a:r>
            <a:r>
              <a:rPr lang="en-US" dirty="0" err="1"/>
              <a:t>hiệu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7200" y="1600200"/>
            <a:ext cx="34290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Nike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Triumph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Peppsico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KFC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Apple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Nokia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267200" y="1752600"/>
            <a:ext cx="34290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Diana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Anpelipe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Sữ</a:t>
            </a:r>
            <a:r>
              <a:rPr lang="en-US" sz="3200" baseline="0" dirty="0"/>
              <a:t>a</a:t>
            </a:r>
            <a:r>
              <a:rPr lang="en-US" sz="3200" dirty="0"/>
              <a:t> </a:t>
            </a:r>
            <a:r>
              <a:rPr lang="en-US" sz="3200" dirty="0" err="1"/>
              <a:t>tươi</a:t>
            </a:r>
            <a:r>
              <a:rPr lang="en-US" sz="3200" dirty="0"/>
              <a:t> </a:t>
            </a:r>
            <a:r>
              <a:rPr lang="en-US" sz="3200" dirty="0" err="1"/>
              <a:t>Ba</a:t>
            </a:r>
            <a:r>
              <a:rPr lang="en-US" sz="3200" dirty="0"/>
              <a:t> </a:t>
            </a:r>
            <a:r>
              <a:rPr lang="en-US" sz="3200" dirty="0" err="1"/>
              <a:t>Vì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VNPT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Clearmen</a:t>
            </a:r>
            <a:endParaRPr kumimoji="0" lang="en-US" sz="3200" b="0" i="0" u="none" strike="noStrike" kern="120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200" baseline="0" dirty="0" err="1"/>
              <a:t>Enchanteur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3200" b="1" i="1" dirty="0" err="1"/>
              <a:t>Tạo</a:t>
            </a:r>
            <a:r>
              <a:rPr lang="en-US" sz="3200" b="1" i="1" dirty="0"/>
              <a:t> </a:t>
            </a:r>
            <a:r>
              <a:rPr lang="en-US" sz="3200" b="1" i="1" dirty="0" err="1"/>
              <a:t>đặc</a:t>
            </a:r>
            <a:r>
              <a:rPr lang="en-US" sz="3200" b="1" i="1" dirty="0"/>
              <a:t> </a:t>
            </a:r>
            <a:r>
              <a:rPr lang="en-US" sz="3200" b="1" i="1" dirty="0" err="1"/>
              <a:t>điểm</a:t>
            </a:r>
            <a:r>
              <a:rPr lang="en-US" sz="3200" b="1" i="1" dirty="0"/>
              <a:t> </a:t>
            </a:r>
            <a:r>
              <a:rPr lang="en-US" sz="3200" b="1" i="1" dirty="0" err="1"/>
              <a:t>khác</a:t>
            </a:r>
            <a:r>
              <a:rPr lang="en-US" sz="3200" b="1" i="1" dirty="0"/>
              <a:t> </a:t>
            </a:r>
            <a:r>
              <a:rPr lang="en-US" sz="3200" b="1" i="1" dirty="0" err="1"/>
              <a:t>biệt</a:t>
            </a:r>
            <a:r>
              <a:rPr lang="en-US" sz="3200" b="1" i="1" dirty="0"/>
              <a:t> cho </a:t>
            </a:r>
            <a:r>
              <a:rPr lang="en-US" sz="3200" b="1" i="1" dirty="0" err="1"/>
              <a:t>dịch</a:t>
            </a:r>
            <a:r>
              <a:rPr lang="en-US" sz="3200" b="1" i="1" dirty="0"/>
              <a:t> vụ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3962400"/>
            <a:ext cx="3886200" cy="381000"/>
          </a:xfrm>
        </p:spPr>
        <p:txBody>
          <a:bodyPr>
            <a:normAutofit/>
          </a:bodyPr>
          <a:lstStyle/>
          <a:p>
            <a:r>
              <a:rPr lang="en-US" dirty="0" err="1"/>
              <a:t>Dịch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hàng</a:t>
            </a:r>
            <a:endParaRPr lang="en-US" dirty="0"/>
          </a:p>
        </p:txBody>
      </p:sp>
      <p:pic>
        <p:nvPicPr>
          <p:cNvPr id="5124" name="Picture 4" descr="http://www.mchenrysavings.com/images/page_headers/deluxelogo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6800" y="1676400"/>
            <a:ext cx="2948214" cy="1981200"/>
          </a:xfrm>
          <a:prstGeom prst="rect">
            <a:avLst/>
          </a:prstGeom>
          <a:noFill/>
        </p:spPr>
      </p:pic>
      <p:pic>
        <p:nvPicPr>
          <p:cNvPr id="5126" name="Picture 6" descr="http://healthitcompaniesandproducts.files.wordpress.com/2010/02/mckesson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53000" y="3810000"/>
            <a:ext cx="3724275" cy="1038225"/>
          </a:xfrm>
          <a:prstGeom prst="rect">
            <a:avLst/>
          </a:prstGeom>
          <a:noFill/>
        </p:spPr>
      </p:pic>
      <p:sp>
        <p:nvSpPr>
          <p:cNvPr id="7" name="Content Placeholder 2"/>
          <p:cNvSpPr txBox="1">
            <a:spLocks/>
          </p:cNvSpPr>
          <p:nvPr/>
        </p:nvSpPr>
        <p:spPr>
          <a:xfrm>
            <a:off x="4724400" y="5257800"/>
            <a:ext cx="3886200" cy="381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Dịch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vụ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tư</a:t>
            </a:r>
            <a:r>
              <a:rPr kumimoji="0" lang="en-US" sz="32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vấn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1676400" y="5943600"/>
            <a:ext cx="3886200" cy="381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Dịch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vụ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lắp</a:t>
            </a:r>
            <a:r>
              <a:rPr kumimoji="0" lang="en-US" sz="32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đặt</a:t>
            </a:r>
            <a:r>
              <a:rPr kumimoji="0" lang="en-US" sz="32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32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sửa</a:t>
            </a:r>
            <a:r>
              <a:rPr kumimoji="0" lang="en-US" sz="32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chữa</a:t>
            </a:r>
            <a:r>
              <a:rPr kumimoji="0" lang="en-US" sz="32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…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3200" b="1" i="1" dirty="0" err="1"/>
              <a:t>Tạo</a:t>
            </a:r>
            <a:r>
              <a:rPr lang="en-US" sz="3200" b="1" i="1" dirty="0"/>
              <a:t> </a:t>
            </a:r>
            <a:r>
              <a:rPr lang="en-US" sz="3200" b="1" i="1" dirty="0" err="1"/>
              <a:t>đặc</a:t>
            </a:r>
            <a:r>
              <a:rPr lang="en-US" sz="3200" b="1" i="1" dirty="0"/>
              <a:t> </a:t>
            </a:r>
            <a:r>
              <a:rPr lang="en-US" sz="3200" b="1" i="1" dirty="0" err="1"/>
              <a:t>điểm</a:t>
            </a:r>
            <a:r>
              <a:rPr lang="en-US" sz="3200" b="1" i="1" dirty="0"/>
              <a:t> </a:t>
            </a:r>
            <a:r>
              <a:rPr lang="en-US" sz="3200" b="1" i="1" dirty="0" err="1"/>
              <a:t>khác</a:t>
            </a:r>
            <a:r>
              <a:rPr lang="en-US" sz="3200" b="1" i="1" dirty="0"/>
              <a:t> </a:t>
            </a:r>
            <a:r>
              <a:rPr lang="en-US" sz="3200" b="1" i="1" dirty="0" err="1"/>
              <a:t>biệt</a:t>
            </a:r>
            <a:r>
              <a:rPr lang="en-US" sz="3200" b="1" i="1" dirty="0"/>
              <a:t> </a:t>
            </a:r>
            <a:r>
              <a:rPr lang="en-US" sz="3200" b="1" i="1" dirty="0" err="1"/>
              <a:t>vê</a:t>
            </a:r>
            <a:r>
              <a:rPr lang="en-US" sz="3200" b="1" i="1" dirty="0"/>
              <a:t>̀ </a:t>
            </a:r>
            <a:r>
              <a:rPr lang="en-US" sz="3200" b="1" i="1" dirty="0" err="1"/>
              <a:t>nhân</a:t>
            </a:r>
            <a:r>
              <a:rPr lang="en-US" sz="3200" b="1" i="1" dirty="0"/>
              <a:t> </a:t>
            </a:r>
            <a:r>
              <a:rPr lang="en-US" sz="3200" b="1" i="1" dirty="0" err="1"/>
              <a:t>sư</a:t>
            </a:r>
            <a:r>
              <a:rPr lang="en-US" sz="3200" b="1" i="1" dirty="0"/>
              <a:t>̣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100" name="Picture 4" descr="http://phongvelacviet.com/upload/news/singapore_air_logo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1905000"/>
            <a:ext cx="3569677" cy="22860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4102" name="Picture 6" descr="http://www.dinco.com.vn/website/upload/userfiles/benhvienhoanmy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0" y="1905000"/>
            <a:ext cx="3533775" cy="235819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104" name="Picture 8" descr="http://www.sunwarrior.com/news/wp-content/uploads/2012/11/McDonalds-alexallied-sxc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895600" y="4419600"/>
            <a:ext cx="3429000" cy="206692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3200" b="1" i="1" dirty="0" err="1"/>
              <a:t>Tạo</a:t>
            </a:r>
            <a:r>
              <a:rPr lang="en-US" sz="3200" b="1" i="1" dirty="0"/>
              <a:t> </a:t>
            </a:r>
            <a:r>
              <a:rPr lang="en-US" sz="3200" b="1" i="1" dirty="0" err="1"/>
              <a:t>đặc</a:t>
            </a:r>
            <a:r>
              <a:rPr lang="en-US" sz="3200" b="1" i="1" dirty="0"/>
              <a:t> </a:t>
            </a:r>
            <a:r>
              <a:rPr lang="en-US" sz="3200" b="1" i="1" dirty="0" err="1"/>
              <a:t>điểm</a:t>
            </a:r>
            <a:r>
              <a:rPr lang="en-US" sz="3200" b="1" i="1" dirty="0"/>
              <a:t> </a:t>
            </a:r>
            <a:r>
              <a:rPr lang="en-US" sz="3200" b="1" i="1" dirty="0" err="1"/>
              <a:t>khác</a:t>
            </a:r>
            <a:r>
              <a:rPr lang="en-US" sz="3200" b="1" i="1" dirty="0"/>
              <a:t> </a:t>
            </a:r>
            <a:r>
              <a:rPr lang="en-US" sz="3200" b="1" i="1" dirty="0" err="1"/>
              <a:t>biệt</a:t>
            </a:r>
            <a:r>
              <a:rPr lang="en-US" sz="3200" b="1" i="1" dirty="0"/>
              <a:t> </a:t>
            </a:r>
            <a:r>
              <a:rPr lang="en-US" sz="3200" b="1" i="1" dirty="0" err="1"/>
              <a:t>vê</a:t>
            </a:r>
            <a:r>
              <a:rPr lang="en-US" sz="3200" b="1" i="1" dirty="0"/>
              <a:t>̀ </a:t>
            </a:r>
            <a:r>
              <a:rPr lang="en-US" sz="3200" b="1" i="1" dirty="0" err="1"/>
              <a:t>hình</a:t>
            </a:r>
            <a:r>
              <a:rPr lang="en-US" sz="3200" b="1" i="1" dirty="0"/>
              <a:t> </a:t>
            </a:r>
            <a:r>
              <a:rPr lang="en-US" sz="3200" b="1" i="1" dirty="0" err="1"/>
              <a:t>ảnh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 descr="http://www.adclassix.com/images62marlboro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1524000"/>
            <a:ext cx="2809875" cy="3743325"/>
          </a:xfrm>
          <a:prstGeom prst="rect">
            <a:avLst/>
          </a:prstGeom>
          <a:noFill/>
        </p:spPr>
      </p:pic>
      <p:pic>
        <p:nvPicPr>
          <p:cNvPr id="3076" name="Picture 4" descr="http://static10.ichodientuvn.com/pict/items_g/item.11_2011/large_11_2011_fd5137134468beceb5bbe9ee8aa2d116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81600" y="1676400"/>
            <a:ext cx="2857500" cy="33909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n-US" sz="3200" b="1" dirty="0"/>
              <a:t>3.4.2 </a:t>
            </a:r>
            <a:r>
              <a:rPr lang="en-US" sz="3200" b="1" dirty="0" err="1"/>
              <a:t>Xây</a:t>
            </a:r>
            <a:r>
              <a:rPr lang="en-US" sz="3200" b="1" dirty="0"/>
              <a:t> </a:t>
            </a:r>
            <a:r>
              <a:rPr lang="en-US" sz="3200" b="1" dirty="0" err="1"/>
              <a:t>dựng</a:t>
            </a:r>
            <a:r>
              <a:rPr lang="en-US" sz="3200" b="1" dirty="0"/>
              <a:t> </a:t>
            </a:r>
            <a:r>
              <a:rPr lang="en-US" sz="3200" b="1" dirty="0" err="1"/>
              <a:t>chiến</a:t>
            </a:r>
            <a:r>
              <a:rPr lang="en-US" sz="3200" b="1" dirty="0"/>
              <a:t> </a:t>
            </a:r>
            <a:r>
              <a:rPr lang="en-US" sz="3200" b="1" dirty="0" err="1"/>
              <a:t>lược</a:t>
            </a:r>
            <a:r>
              <a:rPr lang="en-US" sz="3200" b="1" dirty="0"/>
              <a:t> </a:t>
            </a:r>
            <a:r>
              <a:rPr lang="en-US" sz="3200" b="1" dirty="0" err="1"/>
              <a:t>định</a:t>
            </a:r>
            <a:r>
              <a:rPr lang="en-US" sz="3200" b="1" dirty="0"/>
              <a:t> vị</a:t>
            </a:r>
            <a:br>
              <a:rPr lang="en-US" sz="3200" b="1" dirty="0"/>
            </a:b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en-US" i="1" dirty="0" err="1"/>
              <a:t>Định</a:t>
            </a:r>
            <a:r>
              <a:rPr lang="en-US" i="1" dirty="0"/>
              <a:t> vị </a:t>
            </a:r>
            <a:r>
              <a:rPr lang="en-US" i="1" dirty="0" err="1"/>
              <a:t>theo</a:t>
            </a:r>
            <a:r>
              <a:rPr lang="en-US" i="1" dirty="0"/>
              <a:t> </a:t>
            </a:r>
            <a:r>
              <a:rPr lang="en-US" i="1" dirty="0" err="1"/>
              <a:t>thuộc</a:t>
            </a:r>
            <a:r>
              <a:rPr lang="en-US" i="1" dirty="0"/>
              <a:t> </a:t>
            </a:r>
            <a:r>
              <a:rPr lang="en-US" i="1" dirty="0" err="1"/>
              <a:t>tính</a:t>
            </a:r>
            <a:r>
              <a:rPr lang="en-US" dirty="0"/>
              <a:t> </a:t>
            </a:r>
            <a:r>
              <a:rPr lang="en-US" dirty="0" err="1"/>
              <a:t>của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 (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gia</a:t>
            </a:r>
            <a:r>
              <a:rPr lang="en-US" dirty="0"/>
              <a:t>́ cả hay </a:t>
            </a:r>
            <a:r>
              <a:rPr lang="en-US" dirty="0" err="1"/>
              <a:t>đặc</a:t>
            </a:r>
            <a:r>
              <a:rPr lang="en-US" dirty="0"/>
              <a:t> </a:t>
            </a:r>
            <a:r>
              <a:rPr lang="en-US" dirty="0" err="1"/>
              <a:t>điểm</a:t>
            </a:r>
            <a:r>
              <a:rPr lang="en-US" dirty="0"/>
              <a:t> </a:t>
            </a:r>
            <a:r>
              <a:rPr lang="en-US" dirty="0" err="1"/>
              <a:t>ky</a:t>
            </a:r>
            <a:r>
              <a:rPr lang="en-US" dirty="0"/>
              <a:t>̃ </a:t>
            </a:r>
            <a:r>
              <a:rPr lang="en-US" dirty="0" err="1"/>
              <a:t>thuật</a:t>
            </a:r>
            <a:r>
              <a:rPr lang="en-US" dirty="0"/>
              <a:t>) (Disneyland - </a:t>
            </a:r>
            <a:r>
              <a:rPr lang="en-US" sz="1900" dirty="0" err="1"/>
              <a:t>công</a:t>
            </a:r>
            <a:r>
              <a:rPr lang="en-US" sz="1900" dirty="0"/>
              <a:t> </a:t>
            </a:r>
            <a:r>
              <a:rPr lang="en-US" sz="1900" dirty="0" err="1"/>
              <a:t>viên</a:t>
            </a:r>
            <a:r>
              <a:rPr lang="en-US" sz="1900" dirty="0"/>
              <a:t> </a:t>
            </a:r>
            <a:r>
              <a:rPr lang="en-US" sz="1900" dirty="0" err="1"/>
              <a:t>chủ</a:t>
            </a:r>
            <a:r>
              <a:rPr lang="en-US" sz="1900" dirty="0"/>
              <a:t> </a:t>
            </a:r>
            <a:r>
              <a:rPr lang="en-US" sz="1900" dirty="0" err="1"/>
              <a:t>đề</a:t>
            </a:r>
            <a:r>
              <a:rPr lang="en-US" sz="1900" dirty="0"/>
              <a:t> </a:t>
            </a:r>
            <a:r>
              <a:rPr lang="en-US" sz="1900" dirty="0" err="1"/>
              <a:t>lớn</a:t>
            </a:r>
            <a:r>
              <a:rPr lang="en-US" sz="1900" dirty="0"/>
              <a:t> </a:t>
            </a:r>
            <a:r>
              <a:rPr lang="en-US" sz="1900" dirty="0" err="1"/>
              <a:t>nhất</a:t>
            </a:r>
            <a:r>
              <a:rPr lang="en-US" sz="1900" dirty="0"/>
              <a:t> </a:t>
            </a:r>
            <a:r>
              <a:rPr lang="en-US" sz="1900" dirty="0" err="1"/>
              <a:t>thế</a:t>
            </a:r>
            <a:r>
              <a:rPr lang="en-US" sz="1900" dirty="0"/>
              <a:t> </a:t>
            </a:r>
            <a:r>
              <a:rPr lang="en-US" sz="1900" dirty="0" err="1"/>
              <a:t>giới</a:t>
            </a:r>
            <a:r>
              <a:rPr lang="en-US" sz="1900" dirty="0"/>
              <a:t>)</a:t>
            </a:r>
          </a:p>
          <a:p>
            <a:pPr lvl="0"/>
            <a:r>
              <a:rPr lang="en-US" i="1" dirty="0" err="1"/>
              <a:t>Định</a:t>
            </a:r>
            <a:r>
              <a:rPr lang="en-US" i="1" dirty="0"/>
              <a:t> vị </a:t>
            </a:r>
            <a:r>
              <a:rPr lang="en-US" i="1" dirty="0" err="1"/>
              <a:t>theo</a:t>
            </a:r>
            <a:r>
              <a:rPr lang="en-US" i="1" dirty="0"/>
              <a:t> </a:t>
            </a:r>
            <a:r>
              <a:rPr lang="en-US" i="1" dirty="0" err="1"/>
              <a:t>lợi</a:t>
            </a:r>
            <a:r>
              <a:rPr lang="en-US" i="1" dirty="0"/>
              <a:t> </a:t>
            </a:r>
            <a:r>
              <a:rPr lang="en-US" i="1" dirty="0" err="1"/>
              <a:t>ích</a:t>
            </a:r>
            <a:r>
              <a:rPr lang="en-US" i="1" dirty="0"/>
              <a:t> </a:t>
            </a:r>
            <a:r>
              <a:rPr lang="en-US" dirty="0" err="1"/>
              <a:t>của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 (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các</a:t>
            </a:r>
            <a:r>
              <a:rPr lang="en-US" dirty="0"/>
              <a:t> </a:t>
            </a:r>
            <a:r>
              <a:rPr lang="en-US" dirty="0" err="1"/>
              <a:t>tạp</a:t>
            </a:r>
            <a:r>
              <a:rPr lang="en-US" dirty="0"/>
              <a:t> chí </a:t>
            </a:r>
            <a:r>
              <a:rPr lang="en-US" dirty="0" err="1"/>
              <a:t>nghiên</a:t>
            </a:r>
            <a:r>
              <a:rPr lang="en-US" dirty="0"/>
              <a:t> </a:t>
            </a:r>
            <a:r>
              <a:rPr lang="en-US" dirty="0" err="1"/>
              <a:t>cứu</a:t>
            </a:r>
            <a:r>
              <a:rPr lang="en-US" dirty="0"/>
              <a:t> hay </a:t>
            </a:r>
            <a:r>
              <a:rPr lang="en-US" dirty="0" err="1"/>
              <a:t>giải</a:t>
            </a:r>
            <a:r>
              <a:rPr lang="en-US" dirty="0"/>
              <a:t> trí) (Knott's Berry Farm - </a:t>
            </a:r>
            <a:r>
              <a:rPr lang="en-US" sz="1900" dirty="0" err="1"/>
              <a:t>công</a:t>
            </a:r>
            <a:r>
              <a:rPr lang="en-US" sz="1900" dirty="0"/>
              <a:t> </a:t>
            </a:r>
            <a:r>
              <a:rPr lang="en-US" sz="1900" dirty="0" err="1"/>
              <a:t>viên</a:t>
            </a:r>
            <a:r>
              <a:rPr lang="en-US" sz="1900" dirty="0"/>
              <a:t> </a:t>
            </a:r>
            <a:r>
              <a:rPr lang="en-US" sz="1900" dirty="0" err="1"/>
              <a:t>chủ</a:t>
            </a:r>
            <a:r>
              <a:rPr lang="en-US" sz="1900" dirty="0"/>
              <a:t> </a:t>
            </a:r>
            <a:r>
              <a:rPr lang="en-US" sz="1900" dirty="0" err="1"/>
              <a:t>đề</a:t>
            </a:r>
            <a:r>
              <a:rPr lang="en-US" sz="1900" dirty="0"/>
              <a:t> </a:t>
            </a:r>
            <a:r>
              <a:rPr lang="en-US" sz="1900" dirty="0" err="1"/>
              <a:t>dành</a:t>
            </a:r>
            <a:r>
              <a:rPr lang="en-US" sz="1900" dirty="0"/>
              <a:t> cho </a:t>
            </a:r>
            <a:r>
              <a:rPr lang="en-US" sz="1900" dirty="0" err="1"/>
              <a:t>những</a:t>
            </a:r>
            <a:r>
              <a:rPr lang="en-US" sz="1900" dirty="0"/>
              <a:t> </a:t>
            </a:r>
            <a:r>
              <a:rPr lang="en-US" sz="1900" dirty="0" err="1"/>
              <a:t>người</a:t>
            </a:r>
            <a:r>
              <a:rPr lang="en-US" sz="1900" dirty="0"/>
              <a:t> </a:t>
            </a:r>
            <a:r>
              <a:rPr lang="en-US" sz="1900" dirty="0" err="1"/>
              <a:t>muốn</a:t>
            </a:r>
            <a:r>
              <a:rPr lang="en-US" sz="1900" dirty="0"/>
              <a:t> </a:t>
            </a:r>
            <a:r>
              <a:rPr lang="en-US" sz="1900" dirty="0" err="1"/>
              <a:t>tìm</a:t>
            </a:r>
            <a:r>
              <a:rPr lang="en-US" sz="1900" dirty="0"/>
              <a:t> </a:t>
            </a:r>
            <a:r>
              <a:rPr lang="en-US" sz="1900" dirty="0" err="1"/>
              <a:t>một</a:t>
            </a:r>
            <a:r>
              <a:rPr lang="en-US" sz="1900" dirty="0"/>
              <a:t> </a:t>
            </a:r>
            <a:r>
              <a:rPr lang="en-US" sz="1900" dirty="0" err="1"/>
              <a:t>nơi</a:t>
            </a:r>
            <a:r>
              <a:rPr lang="en-US" sz="1900" dirty="0"/>
              <a:t> </a:t>
            </a:r>
            <a:r>
              <a:rPr lang="en-US" sz="1900" dirty="0" err="1"/>
              <a:t>thơ</a:t>
            </a:r>
            <a:r>
              <a:rPr lang="en-US" sz="1900" dirty="0"/>
              <a:t> </a:t>
            </a:r>
            <a:r>
              <a:rPr lang="en-US" sz="1900" dirty="0" err="1"/>
              <a:t>mộng</a:t>
            </a:r>
            <a:r>
              <a:rPr lang="en-US" sz="1900" dirty="0"/>
              <a:t>) </a:t>
            </a:r>
          </a:p>
          <a:p>
            <a:pPr lvl="0"/>
            <a:r>
              <a:rPr lang="en-US" i="1" dirty="0" err="1"/>
              <a:t>Định</a:t>
            </a:r>
            <a:r>
              <a:rPr lang="en-US" i="1" dirty="0"/>
              <a:t> vị </a:t>
            </a:r>
            <a:r>
              <a:rPr lang="en-US" i="1" dirty="0" err="1"/>
              <a:t>theo</a:t>
            </a:r>
            <a:r>
              <a:rPr lang="en-US" i="1" dirty="0"/>
              <a:t> </a:t>
            </a:r>
            <a:r>
              <a:rPr lang="en-US" i="1" dirty="0" err="1"/>
              <a:t>công</a:t>
            </a:r>
            <a:r>
              <a:rPr lang="en-US" i="1" dirty="0"/>
              <a:t> </a:t>
            </a:r>
            <a:r>
              <a:rPr lang="en-US" i="1" dirty="0" err="1"/>
              <a:t>dụng</a:t>
            </a:r>
            <a:r>
              <a:rPr lang="en-US" i="1" dirty="0"/>
              <a:t> </a:t>
            </a:r>
            <a:r>
              <a:rPr lang="en-US" i="1" dirty="0" err="1"/>
              <a:t>sản</a:t>
            </a:r>
            <a:r>
              <a:rPr lang="en-US" i="1" dirty="0"/>
              <a:t> </a:t>
            </a:r>
            <a:r>
              <a:rPr lang="en-US" i="1" dirty="0" err="1"/>
              <a:t>phẩm</a:t>
            </a:r>
            <a:r>
              <a:rPr lang="en-US" i="1" dirty="0"/>
              <a:t> (</a:t>
            </a:r>
            <a:r>
              <a:rPr lang="en-US" dirty="0"/>
              <a:t>Japanese Deer Park - </a:t>
            </a:r>
            <a:r>
              <a:rPr lang="en-US" sz="1900" dirty="0" err="1"/>
              <a:t>dành</a:t>
            </a:r>
            <a:r>
              <a:rPr lang="en-US" sz="1900" dirty="0"/>
              <a:t> cho </a:t>
            </a:r>
            <a:r>
              <a:rPr lang="en-US" sz="1900" dirty="0" err="1"/>
              <a:t>khách</a:t>
            </a:r>
            <a:r>
              <a:rPr lang="en-US" sz="1900" dirty="0"/>
              <a:t> du </a:t>
            </a:r>
            <a:r>
              <a:rPr lang="en-US" sz="1900" dirty="0" err="1"/>
              <a:t>lịch</a:t>
            </a:r>
            <a:r>
              <a:rPr lang="en-US" sz="1900" dirty="0"/>
              <a:t> </a:t>
            </a:r>
            <a:r>
              <a:rPr lang="en-US" sz="1900" dirty="0" err="1"/>
              <a:t>nào</a:t>
            </a:r>
            <a:r>
              <a:rPr lang="en-US" sz="1900" dirty="0"/>
              <a:t> </a:t>
            </a:r>
            <a:r>
              <a:rPr lang="en-US" sz="1900" dirty="0" err="1"/>
              <a:t>chỉ</a:t>
            </a:r>
            <a:r>
              <a:rPr lang="en-US" sz="1900" dirty="0"/>
              <a:t> </a:t>
            </a:r>
            <a:r>
              <a:rPr lang="en-US" sz="1900" dirty="0" err="1"/>
              <a:t>có</a:t>
            </a:r>
            <a:r>
              <a:rPr lang="en-US" sz="1900" dirty="0"/>
              <a:t> </a:t>
            </a:r>
            <a:r>
              <a:rPr lang="en-US" sz="1900" dirty="0" err="1"/>
              <a:t>ít</a:t>
            </a:r>
            <a:r>
              <a:rPr lang="en-US" sz="1900" dirty="0"/>
              <a:t> </a:t>
            </a:r>
            <a:r>
              <a:rPr lang="en-US" sz="1900" dirty="0" err="1"/>
              <a:t>thời</a:t>
            </a:r>
            <a:r>
              <a:rPr lang="en-US" sz="1900" dirty="0"/>
              <a:t> </a:t>
            </a:r>
            <a:r>
              <a:rPr lang="en-US" sz="1900" dirty="0" err="1"/>
              <a:t>gian</a:t>
            </a:r>
            <a:r>
              <a:rPr lang="en-US" sz="1900" dirty="0"/>
              <a:t> </a:t>
            </a:r>
            <a:r>
              <a:rPr lang="en-US" sz="1900" dirty="0" err="1"/>
              <a:t>và</a:t>
            </a:r>
            <a:r>
              <a:rPr lang="en-US" sz="1900" dirty="0"/>
              <a:t> </a:t>
            </a:r>
            <a:r>
              <a:rPr lang="en-US" sz="1900" dirty="0" err="1"/>
              <a:t>muốn</a:t>
            </a:r>
            <a:r>
              <a:rPr lang="en-US" sz="1900" dirty="0"/>
              <a:t> </a:t>
            </a:r>
            <a:r>
              <a:rPr lang="en-US" sz="1900" dirty="0" err="1"/>
              <a:t>có</a:t>
            </a:r>
            <a:r>
              <a:rPr lang="en-US" sz="1900" dirty="0"/>
              <a:t> </a:t>
            </a:r>
            <a:r>
              <a:rPr lang="en-US" sz="1900" dirty="0" err="1"/>
              <a:t>một</a:t>
            </a:r>
            <a:r>
              <a:rPr lang="en-US" sz="1900" dirty="0"/>
              <a:t> </a:t>
            </a:r>
            <a:r>
              <a:rPr lang="en-US" sz="1900" dirty="0" err="1"/>
              <a:t>trò</a:t>
            </a:r>
            <a:r>
              <a:rPr lang="en-US" sz="1900" dirty="0"/>
              <a:t> </a:t>
            </a:r>
            <a:r>
              <a:rPr lang="en-US" sz="1900" dirty="0" err="1"/>
              <a:t>giải</a:t>
            </a:r>
            <a:r>
              <a:rPr lang="en-US" sz="1900" dirty="0"/>
              <a:t> </a:t>
            </a:r>
            <a:r>
              <a:rPr lang="en-US" sz="1900" dirty="0" err="1"/>
              <a:t>trí</a:t>
            </a:r>
            <a:r>
              <a:rPr lang="en-US" sz="1900" dirty="0"/>
              <a:t> </a:t>
            </a:r>
            <a:r>
              <a:rPr lang="en-US" sz="1900" dirty="0" err="1"/>
              <a:t>nhanh</a:t>
            </a:r>
            <a:r>
              <a:rPr lang="en-US" sz="1900" dirty="0"/>
              <a:t> </a:t>
            </a:r>
            <a:r>
              <a:rPr lang="en-US" sz="1900" dirty="0" err="1"/>
              <a:t>nào</a:t>
            </a:r>
            <a:r>
              <a:rPr lang="en-US" sz="1900" dirty="0"/>
              <a:t> </a:t>
            </a:r>
            <a:r>
              <a:rPr lang="en-US" sz="1900" dirty="0" err="1"/>
              <a:t>đó</a:t>
            </a:r>
            <a:r>
              <a:rPr lang="en-US" sz="1900" dirty="0"/>
              <a:t>)</a:t>
            </a:r>
          </a:p>
          <a:p>
            <a:pPr lvl="0"/>
            <a:r>
              <a:rPr lang="en-US" i="1" dirty="0" err="1"/>
              <a:t>Định</a:t>
            </a:r>
            <a:r>
              <a:rPr lang="en-US" i="1" dirty="0"/>
              <a:t> vị </a:t>
            </a:r>
            <a:r>
              <a:rPr lang="en-US" i="1" dirty="0" err="1"/>
              <a:t>theo</a:t>
            </a:r>
            <a:r>
              <a:rPr lang="en-US" i="1" dirty="0"/>
              <a:t> </a:t>
            </a:r>
            <a:r>
              <a:rPr lang="en-US" i="1" dirty="0" err="1"/>
              <a:t>loại</a:t>
            </a:r>
            <a:r>
              <a:rPr lang="en-US" i="1" dirty="0"/>
              <a:t> </a:t>
            </a:r>
            <a:r>
              <a:rPr lang="en-US" i="1" dirty="0" err="1"/>
              <a:t>sản</a:t>
            </a:r>
            <a:r>
              <a:rPr lang="en-US" i="1" dirty="0"/>
              <a:t> </a:t>
            </a:r>
            <a:r>
              <a:rPr lang="en-US" i="1" dirty="0" err="1"/>
              <a:t>phẩm</a:t>
            </a:r>
            <a:r>
              <a:rPr lang="en-US" i="1" dirty="0"/>
              <a:t>  ( </a:t>
            </a:r>
            <a:r>
              <a:rPr lang="en-US" dirty="0" err="1"/>
              <a:t>Marineland</a:t>
            </a:r>
            <a:r>
              <a:rPr lang="en-US" dirty="0"/>
              <a:t> of the Pacific  </a:t>
            </a:r>
            <a:r>
              <a:rPr lang="en-US" sz="2100" dirty="0"/>
              <a:t>- </a:t>
            </a:r>
            <a:r>
              <a:rPr lang="en-US" sz="2100" dirty="0" err="1"/>
              <a:t>một</a:t>
            </a:r>
            <a:r>
              <a:rPr lang="en-US" sz="2100" dirty="0"/>
              <a:t> </a:t>
            </a:r>
            <a:r>
              <a:rPr lang="en-US" sz="2100" dirty="0" err="1"/>
              <a:t>công</a:t>
            </a:r>
            <a:r>
              <a:rPr lang="en-US" sz="2100" dirty="0"/>
              <a:t> </a:t>
            </a:r>
            <a:r>
              <a:rPr lang="en-US" sz="2100" dirty="0" err="1"/>
              <a:t>viên</a:t>
            </a:r>
            <a:r>
              <a:rPr lang="en-US" sz="2100" dirty="0"/>
              <a:t> </a:t>
            </a:r>
            <a:r>
              <a:rPr lang="en-US" sz="2100" dirty="0" err="1"/>
              <a:t>chủ</a:t>
            </a:r>
            <a:r>
              <a:rPr lang="en-US" sz="2100" dirty="0"/>
              <a:t> </a:t>
            </a:r>
            <a:r>
              <a:rPr lang="en-US" sz="2100" dirty="0" err="1"/>
              <a:t>đề</a:t>
            </a:r>
            <a:r>
              <a:rPr lang="en-US" sz="2100" dirty="0"/>
              <a:t> </a:t>
            </a:r>
            <a:r>
              <a:rPr lang="en-US" sz="2100" dirty="0" err="1"/>
              <a:t>dành</a:t>
            </a:r>
            <a:r>
              <a:rPr lang="en-US" sz="2100" dirty="0"/>
              <a:t> cho "</a:t>
            </a:r>
            <a:r>
              <a:rPr lang="en-US" sz="2100" dirty="0" err="1"/>
              <a:t>những</a:t>
            </a:r>
            <a:r>
              <a:rPr lang="en-US" sz="2100" dirty="0"/>
              <a:t> </a:t>
            </a:r>
            <a:r>
              <a:rPr lang="en-US" sz="2100" dirty="0" err="1"/>
              <a:t>người</a:t>
            </a:r>
            <a:r>
              <a:rPr lang="en-US" sz="2100" dirty="0"/>
              <a:t> </a:t>
            </a:r>
            <a:r>
              <a:rPr lang="en-US" sz="2100" dirty="0" err="1"/>
              <a:t>thích</a:t>
            </a:r>
            <a:r>
              <a:rPr lang="en-US" sz="2100" dirty="0"/>
              <a:t> </a:t>
            </a:r>
            <a:r>
              <a:rPr lang="en-US" sz="2100" dirty="0" err="1"/>
              <a:t>chuyện</a:t>
            </a:r>
            <a:r>
              <a:rPr lang="en-US" sz="2100" dirty="0"/>
              <a:t> </a:t>
            </a:r>
            <a:r>
              <a:rPr lang="en-US" sz="2100" dirty="0" err="1"/>
              <a:t>li</a:t>
            </a:r>
            <a:r>
              <a:rPr lang="en-US" sz="2100" dirty="0"/>
              <a:t> </a:t>
            </a:r>
            <a:r>
              <a:rPr lang="en-US" sz="2100" dirty="0" err="1"/>
              <a:t>kỳ</a:t>
            </a:r>
            <a:r>
              <a:rPr lang="en-US" sz="2100" dirty="0"/>
              <a:t>")</a:t>
            </a:r>
          </a:p>
          <a:p>
            <a:pPr lvl="0"/>
            <a:r>
              <a:rPr lang="en-US" i="1" dirty="0" err="1"/>
              <a:t>Định</a:t>
            </a:r>
            <a:r>
              <a:rPr lang="en-US" i="1" dirty="0"/>
              <a:t> vị </a:t>
            </a:r>
            <a:r>
              <a:rPr lang="en-US" i="1" dirty="0" err="1"/>
              <a:t>theo</a:t>
            </a:r>
            <a:r>
              <a:rPr lang="en-US" i="1" dirty="0"/>
              <a:t> </a:t>
            </a:r>
            <a:r>
              <a:rPr lang="en-US" i="1" dirty="0" err="1"/>
              <a:t>chất</a:t>
            </a:r>
            <a:r>
              <a:rPr lang="en-US" i="1" dirty="0"/>
              <a:t> </a:t>
            </a:r>
            <a:r>
              <a:rPr lang="en-US" i="1" dirty="0" err="1"/>
              <a:t>lượng</a:t>
            </a:r>
            <a:r>
              <a:rPr lang="en-US" i="1" dirty="0"/>
              <a:t>/ </a:t>
            </a:r>
            <a:r>
              <a:rPr lang="en-US" i="1" dirty="0" err="1"/>
              <a:t>gia</a:t>
            </a:r>
            <a:r>
              <a:rPr lang="en-US" i="1" dirty="0"/>
              <a:t>́ cả (</a:t>
            </a:r>
            <a:r>
              <a:rPr lang="en-US" dirty="0" err="1"/>
              <a:t>busch</a:t>
            </a:r>
            <a:r>
              <a:rPr lang="en-US" dirty="0"/>
              <a:t> Gardens - </a:t>
            </a:r>
            <a:r>
              <a:rPr lang="en-US" sz="2100" dirty="0" err="1"/>
              <a:t>đảm</a:t>
            </a:r>
            <a:r>
              <a:rPr lang="en-US" sz="2100" dirty="0"/>
              <a:t> </a:t>
            </a:r>
            <a:r>
              <a:rPr lang="en-US" sz="2100" dirty="0" err="1"/>
              <a:t>bảo</a:t>
            </a:r>
            <a:r>
              <a:rPr lang="en-US" sz="2100" dirty="0"/>
              <a:t> "</a:t>
            </a:r>
            <a:r>
              <a:rPr lang="en-US" sz="2100" dirty="0" err="1"/>
              <a:t>giá</a:t>
            </a:r>
            <a:r>
              <a:rPr lang="en-US" sz="2100" dirty="0"/>
              <a:t> </a:t>
            </a:r>
            <a:r>
              <a:rPr lang="en-US" sz="2100" dirty="0" err="1"/>
              <a:t>trị</a:t>
            </a:r>
            <a:r>
              <a:rPr lang="en-US" sz="2100" dirty="0"/>
              <a:t> </a:t>
            </a:r>
            <a:r>
              <a:rPr lang="en-US" sz="2100" dirty="0" err="1"/>
              <a:t>lớn</a:t>
            </a:r>
            <a:r>
              <a:rPr lang="en-US" sz="2100" dirty="0"/>
              <a:t> </a:t>
            </a:r>
            <a:r>
              <a:rPr lang="en-US" sz="2100" dirty="0" err="1"/>
              <a:t>nhất</a:t>
            </a:r>
            <a:r>
              <a:rPr lang="en-US" sz="2100" dirty="0"/>
              <a:t>" cho </a:t>
            </a:r>
            <a:r>
              <a:rPr lang="en-US" sz="2100" dirty="0" err="1"/>
              <a:t>đồng</a:t>
            </a:r>
            <a:r>
              <a:rPr lang="en-US" sz="2100" dirty="0"/>
              <a:t> </a:t>
            </a:r>
            <a:r>
              <a:rPr lang="en-US" sz="2100" dirty="0" err="1"/>
              <a:t>tiền</a:t>
            </a:r>
            <a:r>
              <a:rPr lang="en-US" sz="2100" dirty="0"/>
              <a:t> </a:t>
            </a:r>
            <a:r>
              <a:rPr lang="en-US" sz="2100" dirty="0" err="1"/>
              <a:t>bỏ</a:t>
            </a:r>
            <a:r>
              <a:rPr lang="en-US" sz="2100" dirty="0"/>
              <a:t> </a:t>
            </a:r>
            <a:r>
              <a:rPr lang="en-US" sz="2100" dirty="0" err="1"/>
              <a:t>ra</a:t>
            </a:r>
            <a:r>
              <a:rPr lang="en-US" sz="2100" dirty="0"/>
              <a:t>  )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228600" y="533400"/>
            <a:ext cx="868680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rgbClr val="FF0000"/>
                </a:solidFill>
              </a:rPr>
              <a:t>Tình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huống</a:t>
            </a:r>
            <a:r>
              <a:rPr lang="en-US" sz="2400" dirty="0">
                <a:solidFill>
                  <a:srgbClr val="FF0000"/>
                </a:solidFill>
              </a:rPr>
              <a:t>: </a:t>
            </a:r>
            <a:r>
              <a:rPr lang="en-US" sz="2400" dirty="0" err="1">
                <a:solidFill>
                  <a:srgbClr val="FF0000"/>
                </a:solidFill>
              </a:rPr>
              <a:t>Chiến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lược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phân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đoạn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thị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trường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lựa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chọn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thị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trường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mục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tiêu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và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định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vị</a:t>
            </a:r>
            <a:r>
              <a:rPr lang="en-US" sz="2400" dirty="0">
                <a:solidFill>
                  <a:srgbClr val="FF0000"/>
                </a:solidFill>
              </a:rPr>
              <a:t>  </a:t>
            </a:r>
            <a:r>
              <a:rPr lang="en-US" sz="2400" dirty="0" err="1">
                <a:solidFill>
                  <a:srgbClr val="FF0000"/>
                </a:solidFill>
              </a:rPr>
              <a:t>của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sản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phẩm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bia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tươi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đóng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chai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Lazer</a:t>
            </a:r>
            <a:r>
              <a:rPr lang="en-US" sz="2400" dirty="0">
                <a:solidFill>
                  <a:srgbClr val="FF0000"/>
                </a:solidFill>
              </a:rPr>
              <a:t> .</a:t>
            </a:r>
          </a:p>
          <a:p>
            <a:r>
              <a:rPr lang="en-US" sz="2200" dirty="0" err="1"/>
              <a:t>Thị</a:t>
            </a:r>
            <a:r>
              <a:rPr lang="en-US" sz="2200" dirty="0"/>
              <a:t> </a:t>
            </a:r>
            <a:r>
              <a:rPr lang="en-US" sz="2200" dirty="0" err="1"/>
              <a:t>trường</a:t>
            </a:r>
            <a:r>
              <a:rPr lang="en-US" sz="2200" dirty="0"/>
              <a:t> </a:t>
            </a:r>
            <a:r>
              <a:rPr lang="en-US" sz="2200" dirty="0" err="1"/>
              <a:t>bia</a:t>
            </a:r>
            <a:r>
              <a:rPr lang="en-US" sz="2200" dirty="0"/>
              <a:t> </a:t>
            </a:r>
            <a:r>
              <a:rPr lang="en-US" sz="2200" dirty="0" err="1"/>
              <a:t>lon</a:t>
            </a:r>
            <a:r>
              <a:rPr lang="en-US" sz="2200" dirty="0"/>
              <a:t> </a:t>
            </a:r>
            <a:r>
              <a:rPr lang="en-US" sz="2200" dirty="0" err="1"/>
              <a:t>và</a:t>
            </a:r>
            <a:r>
              <a:rPr lang="en-US" sz="2200" dirty="0"/>
              <a:t> </a:t>
            </a:r>
            <a:r>
              <a:rPr lang="en-US" sz="2200" dirty="0" err="1"/>
              <a:t>bia</a:t>
            </a:r>
            <a:r>
              <a:rPr lang="en-US" sz="2200" dirty="0"/>
              <a:t> </a:t>
            </a:r>
            <a:r>
              <a:rPr lang="en-US" sz="2200" dirty="0" err="1"/>
              <a:t>chai</a:t>
            </a:r>
            <a:r>
              <a:rPr lang="en-US" sz="2200" dirty="0"/>
              <a:t> </a:t>
            </a:r>
            <a:r>
              <a:rPr lang="en-US" sz="2200" dirty="0" err="1"/>
              <a:t>của</a:t>
            </a:r>
            <a:r>
              <a:rPr lang="en-US" sz="2200" dirty="0"/>
              <a:t> </a:t>
            </a:r>
            <a:r>
              <a:rPr lang="en-US" sz="2200" dirty="0" err="1"/>
              <a:t>Việt</a:t>
            </a:r>
            <a:r>
              <a:rPr lang="en-US" sz="2200" dirty="0"/>
              <a:t> Nam </a:t>
            </a:r>
            <a:r>
              <a:rPr lang="en-US" sz="2200" dirty="0" err="1"/>
              <a:t>có</a:t>
            </a:r>
            <a:r>
              <a:rPr lang="en-US" sz="2200" dirty="0"/>
              <a:t> </a:t>
            </a:r>
            <a:r>
              <a:rPr lang="en-US" sz="2200" dirty="0" err="1"/>
              <a:t>sự</a:t>
            </a:r>
            <a:r>
              <a:rPr lang="en-US" sz="2200" dirty="0"/>
              <a:t> </a:t>
            </a:r>
            <a:r>
              <a:rPr lang="en-US" sz="2200" dirty="0" err="1"/>
              <a:t>phân</a:t>
            </a:r>
            <a:r>
              <a:rPr lang="en-US" sz="2200" dirty="0"/>
              <a:t> </a:t>
            </a:r>
            <a:r>
              <a:rPr lang="en-US" sz="2200" dirty="0" err="1"/>
              <a:t>đoạn</a:t>
            </a:r>
            <a:r>
              <a:rPr lang="en-US" sz="2200" dirty="0"/>
              <a:t> </a:t>
            </a:r>
            <a:r>
              <a:rPr lang="en-US" sz="2200" dirty="0" err="1"/>
              <a:t>rõ</a:t>
            </a:r>
            <a:r>
              <a:rPr lang="en-US" sz="2200" dirty="0"/>
              <a:t> </a:t>
            </a:r>
            <a:r>
              <a:rPr lang="en-US" sz="2200" dirty="0" err="1"/>
              <a:t>ràng</a:t>
            </a:r>
            <a:r>
              <a:rPr lang="en-US" sz="2200" dirty="0"/>
              <a:t>. </a:t>
            </a:r>
            <a:r>
              <a:rPr lang="en-US" sz="2200" dirty="0" err="1"/>
              <a:t>Đoạn</a:t>
            </a:r>
            <a:r>
              <a:rPr lang="en-US" sz="2200" dirty="0"/>
              <a:t> </a:t>
            </a:r>
            <a:r>
              <a:rPr lang="en-US" sz="2200" dirty="0" err="1"/>
              <a:t>cao</a:t>
            </a:r>
            <a:r>
              <a:rPr lang="en-US" sz="2200" dirty="0"/>
              <a:t> </a:t>
            </a:r>
            <a:r>
              <a:rPr lang="en-US" sz="2200" dirty="0" err="1"/>
              <a:t>cấp</a:t>
            </a:r>
            <a:r>
              <a:rPr lang="en-US" sz="2200" dirty="0"/>
              <a:t> </a:t>
            </a:r>
            <a:r>
              <a:rPr lang="en-US" sz="2200" dirty="0" err="1"/>
              <a:t>là</a:t>
            </a:r>
            <a:r>
              <a:rPr lang="en-US" sz="2200" dirty="0"/>
              <a:t> </a:t>
            </a:r>
            <a:r>
              <a:rPr lang="en-US" sz="2200" dirty="0" err="1"/>
              <a:t>các</a:t>
            </a:r>
            <a:r>
              <a:rPr lang="en-US" sz="2200" dirty="0"/>
              <a:t> </a:t>
            </a:r>
            <a:r>
              <a:rPr lang="en-US" sz="2200" dirty="0" err="1"/>
              <a:t>sản</a:t>
            </a:r>
            <a:r>
              <a:rPr lang="en-US" sz="2200" dirty="0"/>
              <a:t> </a:t>
            </a:r>
            <a:r>
              <a:rPr lang="en-US" sz="2200" dirty="0" err="1"/>
              <a:t>phẩm</a:t>
            </a:r>
            <a:r>
              <a:rPr lang="en-US" sz="2200" dirty="0"/>
              <a:t> </a:t>
            </a:r>
            <a:r>
              <a:rPr lang="en-US" sz="2200" dirty="0" err="1"/>
              <a:t>bia</a:t>
            </a:r>
            <a:r>
              <a:rPr lang="en-US" sz="2200" dirty="0"/>
              <a:t> </a:t>
            </a:r>
            <a:r>
              <a:rPr lang="en-US" sz="2200" dirty="0" err="1"/>
              <a:t>nhập</a:t>
            </a:r>
            <a:r>
              <a:rPr lang="en-US" sz="2200" dirty="0"/>
              <a:t> </a:t>
            </a:r>
            <a:r>
              <a:rPr lang="en-US" sz="2200" dirty="0" err="1"/>
              <a:t>khẩu</a:t>
            </a:r>
            <a:r>
              <a:rPr lang="en-US" sz="2200" dirty="0"/>
              <a:t> </a:t>
            </a:r>
            <a:r>
              <a:rPr lang="en-US" sz="2200" dirty="0" err="1"/>
              <a:t>nổi</a:t>
            </a:r>
            <a:r>
              <a:rPr lang="en-US" sz="2200" dirty="0"/>
              <a:t> </a:t>
            </a:r>
            <a:r>
              <a:rPr lang="en-US" sz="2200" dirty="0" err="1"/>
              <a:t>tiếng</a:t>
            </a:r>
            <a:r>
              <a:rPr lang="en-US" sz="2200" dirty="0"/>
              <a:t> </a:t>
            </a:r>
            <a:r>
              <a:rPr lang="en-US" sz="2200" dirty="0" err="1"/>
              <a:t>và</a:t>
            </a:r>
            <a:r>
              <a:rPr lang="en-US" sz="2200" dirty="0"/>
              <a:t> </a:t>
            </a:r>
            <a:r>
              <a:rPr lang="en-US" sz="2200" dirty="0" err="1"/>
              <a:t>bia</a:t>
            </a:r>
            <a:r>
              <a:rPr lang="en-US" sz="2200" dirty="0"/>
              <a:t> Heineken; </a:t>
            </a:r>
            <a:r>
              <a:rPr lang="en-US" sz="2200" dirty="0" err="1"/>
              <a:t>đoạn</a:t>
            </a:r>
            <a:r>
              <a:rPr lang="en-US" sz="2200" dirty="0"/>
              <a:t> </a:t>
            </a:r>
            <a:r>
              <a:rPr lang="en-US" sz="2200" dirty="0" err="1"/>
              <a:t>thị</a:t>
            </a:r>
            <a:r>
              <a:rPr lang="en-US" sz="2200" dirty="0"/>
              <a:t> </a:t>
            </a:r>
            <a:r>
              <a:rPr lang="en-US" sz="2200" dirty="0" err="1"/>
              <a:t>trường</a:t>
            </a:r>
            <a:r>
              <a:rPr lang="en-US" sz="2200" dirty="0"/>
              <a:t> </a:t>
            </a:r>
            <a:r>
              <a:rPr lang="en-US" sz="2200" dirty="0" err="1"/>
              <a:t>trung</a:t>
            </a:r>
            <a:r>
              <a:rPr lang="en-US" sz="2200" dirty="0"/>
              <a:t> </a:t>
            </a:r>
            <a:r>
              <a:rPr lang="en-US" sz="2200" dirty="0" err="1"/>
              <a:t>cấp</a:t>
            </a:r>
            <a:r>
              <a:rPr lang="en-US" sz="2200" dirty="0"/>
              <a:t> </a:t>
            </a:r>
            <a:r>
              <a:rPr lang="en-US" sz="2200" dirty="0" err="1"/>
              <a:t>rất</a:t>
            </a:r>
            <a:r>
              <a:rPr lang="en-US" sz="2200" dirty="0"/>
              <a:t> </a:t>
            </a:r>
            <a:r>
              <a:rPr lang="en-US" sz="2200" dirty="0" err="1"/>
              <a:t>đa</a:t>
            </a:r>
            <a:r>
              <a:rPr lang="en-US" sz="2200" dirty="0"/>
              <a:t> </a:t>
            </a:r>
            <a:r>
              <a:rPr lang="en-US" sz="2200" dirty="0" err="1"/>
              <a:t>dạng</a:t>
            </a:r>
            <a:r>
              <a:rPr lang="en-US" sz="2200" dirty="0"/>
              <a:t> </a:t>
            </a:r>
            <a:r>
              <a:rPr lang="en-US" sz="2200" dirty="0" err="1"/>
              <a:t>gồm</a:t>
            </a:r>
            <a:r>
              <a:rPr lang="en-US" sz="2200" dirty="0"/>
              <a:t> </a:t>
            </a:r>
            <a:r>
              <a:rPr lang="en-US" sz="2200" dirty="0" err="1"/>
              <a:t>bia</a:t>
            </a:r>
            <a:r>
              <a:rPr lang="en-US" sz="2200" dirty="0"/>
              <a:t> </a:t>
            </a:r>
            <a:r>
              <a:rPr lang="en-US" sz="2200" dirty="0" err="1"/>
              <a:t>Hà</a:t>
            </a:r>
            <a:r>
              <a:rPr lang="en-US" sz="2200" dirty="0"/>
              <a:t> </a:t>
            </a:r>
            <a:r>
              <a:rPr lang="en-US" sz="2200" dirty="0" err="1"/>
              <a:t>Nội</a:t>
            </a:r>
            <a:r>
              <a:rPr lang="en-US" sz="2200" dirty="0"/>
              <a:t>, </a:t>
            </a:r>
            <a:r>
              <a:rPr lang="en-US" sz="2200" dirty="0" err="1"/>
              <a:t>Sài</a:t>
            </a:r>
            <a:r>
              <a:rPr lang="en-US" sz="2200" dirty="0"/>
              <a:t> </a:t>
            </a:r>
            <a:r>
              <a:rPr lang="en-US" sz="2200" dirty="0" err="1"/>
              <a:t>gòn</a:t>
            </a:r>
            <a:r>
              <a:rPr lang="en-US" sz="2200" dirty="0"/>
              <a:t>, Tiger, </a:t>
            </a:r>
            <a:r>
              <a:rPr lang="en-US" sz="2200" dirty="0" err="1"/>
              <a:t>Halida</a:t>
            </a:r>
            <a:r>
              <a:rPr lang="en-US" sz="2200" dirty="0"/>
              <a:t>, Carlsberg, Foster, </a:t>
            </a:r>
            <a:r>
              <a:rPr lang="en-US" sz="2200" dirty="0" err="1"/>
              <a:t>v.v</a:t>
            </a:r>
            <a:r>
              <a:rPr lang="en-US" sz="2200" dirty="0"/>
              <a:t>…; </a:t>
            </a:r>
            <a:r>
              <a:rPr lang="en-US" sz="2200" dirty="0" err="1"/>
              <a:t>đoạn</a:t>
            </a:r>
            <a:r>
              <a:rPr lang="en-US" sz="2200" dirty="0"/>
              <a:t> </a:t>
            </a:r>
            <a:r>
              <a:rPr lang="en-US" sz="2200" dirty="0" err="1"/>
              <a:t>thị</a:t>
            </a:r>
            <a:r>
              <a:rPr lang="en-US" sz="2200" dirty="0"/>
              <a:t> </a:t>
            </a:r>
            <a:r>
              <a:rPr lang="en-US" sz="2200" dirty="0" err="1"/>
              <a:t>trường</a:t>
            </a:r>
            <a:r>
              <a:rPr lang="en-US" sz="2200" dirty="0"/>
              <a:t> </a:t>
            </a:r>
            <a:r>
              <a:rPr lang="en-US" sz="2200" dirty="0" err="1"/>
              <a:t>bia</a:t>
            </a:r>
            <a:r>
              <a:rPr lang="en-US" sz="2200" dirty="0"/>
              <a:t> </a:t>
            </a:r>
            <a:r>
              <a:rPr lang="en-US" sz="2200" dirty="0" err="1"/>
              <a:t>bình</a:t>
            </a:r>
            <a:r>
              <a:rPr lang="en-US" sz="2200" dirty="0"/>
              <a:t> </a:t>
            </a:r>
            <a:r>
              <a:rPr lang="en-US" sz="2200" dirty="0" err="1"/>
              <a:t>dân</a:t>
            </a:r>
            <a:r>
              <a:rPr lang="en-US" sz="2200" dirty="0"/>
              <a:t> </a:t>
            </a:r>
            <a:r>
              <a:rPr lang="en-US" sz="2200" dirty="0" err="1"/>
              <a:t>gồm</a:t>
            </a:r>
            <a:r>
              <a:rPr lang="en-US" sz="2200" dirty="0"/>
              <a:t> </a:t>
            </a:r>
            <a:r>
              <a:rPr lang="en-US" sz="2200" dirty="0" err="1"/>
              <a:t>các</a:t>
            </a:r>
            <a:r>
              <a:rPr lang="en-US" sz="2200" dirty="0"/>
              <a:t> </a:t>
            </a:r>
            <a:r>
              <a:rPr lang="en-US" sz="2200" dirty="0" err="1"/>
              <a:t>nhãn</a:t>
            </a:r>
            <a:r>
              <a:rPr lang="en-US" sz="2200" dirty="0"/>
              <a:t> </a:t>
            </a:r>
            <a:r>
              <a:rPr lang="en-US" sz="2200" dirty="0" err="1"/>
              <a:t>hiệu</a:t>
            </a:r>
            <a:r>
              <a:rPr lang="en-US" sz="2200" dirty="0"/>
              <a:t> </a:t>
            </a:r>
            <a:r>
              <a:rPr lang="en-US" sz="2200" dirty="0" err="1"/>
              <a:t>bia</a:t>
            </a:r>
            <a:r>
              <a:rPr lang="en-US" sz="2200" dirty="0"/>
              <a:t> </a:t>
            </a:r>
            <a:r>
              <a:rPr lang="en-US" sz="2200" dirty="0" err="1"/>
              <a:t>địa</a:t>
            </a:r>
            <a:r>
              <a:rPr lang="en-US" sz="2200" dirty="0"/>
              <a:t> </a:t>
            </a:r>
            <a:r>
              <a:rPr lang="en-US" sz="2200" dirty="0" err="1"/>
              <a:t>phương</a:t>
            </a:r>
            <a:r>
              <a:rPr lang="en-US" sz="2200" dirty="0"/>
              <a:t>. </a:t>
            </a:r>
            <a:r>
              <a:rPr lang="en-US" sz="2200" dirty="0" err="1"/>
              <a:t>Năm</a:t>
            </a:r>
            <a:r>
              <a:rPr lang="en-US" sz="2200" dirty="0"/>
              <a:t> 2006, </a:t>
            </a:r>
            <a:r>
              <a:rPr lang="en-US" sz="2200" dirty="0" err="1"/>
              <a:t>một</a:t>
            </a:r>
            <a:r>
              <a:rPr lang="en-US" sz="2200" dirty="0"/>
              <a:t> </a:t>
            </a:r>
            <a:r>
              <a:rPr lang="en-US" sz="2200" dirty="0" err="1"/>
              <a:t>sản</a:t>
            </a:r>
            <a:r>
              <a:rPr lang="en-US" sz="2200" dirty="0"/>
              <a:t> </a:t>
            </a:r>
            <a:r>
              <a:rPr lang="en-US" sz="2200" dirty="0" err="1"/>
              <a:t>phẩm</a:t>
            </a:r>
            <a:r>
              <a:rPr lang="en-US" sz="2200" dirty="0"/>
              <a:t> </a:t>
            </a:r>
            <a:r>
              <a:rPr lang="en-US" sz="2200" dirty="0" err="1"/>
              <a:t>bia</a:t>
            </a:r>
            <a:r>
              <a:rPr lang="en-US" sz="2200" dirty="0"/>
              <a:t> </a:t>
            </a:r>
            <a:r>
              <a:rPr lang="en-US" sz="2200" dirty="0" err="1"/>
              <a:t>chai</a:t>
            </a:r>
            <a:r>
              <a:rPr lang="en-US" sz="2200" dirty="0"/>
              <a:t> </a:t>
            </a:r>
            <a:r>
              <a:rPr lang="en-US" sz="2200" dirty="0" err="1"/>
              <a:t>hoàn</a:t>
            </a:r>
            <a:r>
              <a:rPr lang="en-US" sz="2200" dirty="0"/>
              <a:t> </a:t>
            </a:r>
            <a:r>
              <a:rPr lang="en-US" sz="2200" dirty="0" err="1"/>
              <a:t>toàn</a:t>
            </a:r>
            <a:r>
              <a:rPr lang="en-US" sz="2200" dirty="0"/>
              <a:t> </a:t>
            </a:r>
            <a:r>
              <a:rPr lang="en-US" sz="2200" dirty="0" err="1"/>
              <a:t>mới</a:t>
            </a:r>
            <a:r>
              <a:rPr lang="en-US" sz="2200" dirty="0"/>
              <a:t> </a:t>
            </a:r>
            <a:r>
              <a:rPr lang="en-US" sz="2200" dirty="0" err="1"/>
              <a:t>ra</a:t>
            </a:r>
            <a:r>
              <a:rPr lang="en-US" sz="2200" dirty="0"/>
              <a:t> </a:t>
            </a:r>
            <a:r>
              <a:rPr lang="en-US" sz="2200" dirty="0" err="1"/>
              <a:t>đời</a:t>
            </a:r>
            <a:r>
              <a:rPr lang="en-US" sz="2200" dirty="0"/>
              <a:t> </a:t>
            </a:r>
            <a:r>
              <a:rPr lang="en-US" sz="2200" dirty="0" err="1"/>
              <a:t>đó</a:t>
            </a:r>
            <a:r>
              <a:rPr lang="en-US" sz="2200" dirty="0"/>
              <a:t> </a:t>
            </a:r>
            <a:r>
              <a:rPr lang="en-US" sz="2200" dirty="0" err="1"/>
              <a:t>là</a:t>
            </a:r>
            <a:r>
              <a:rPr lang="en-US" sz="2200" dirty="0"/>
              <a:t> </a:t>
            </a:r>
            <a:r>
              <a:rPr lang="en-US" sz="2200" dirty="0" err="1"/>
              <a:t>bia</a:t>
            </a:r>
            <a:r>
              <a:rPr lang="en-US" sz="2200" dirty="0"/>
              <a:t> </a:t>
            </a:r>
            <a:r>
              <a:rPr lang="en-US" sz="2200" dirty="0" err="1"/>
              <a:t>tươi</a:t>
            </a:r>
            <a:r>
              <a:rPr lang="en-US" sz="2200" dirty="0"/>
              <a:t> </a:t>
            </a:r>
            <a:r>
              <a:rPr lang="en-US" sz="2200" dirty="0" err="1"/>
              <a:t>đóng</a:t>
            </a:r>
            <a:r>
              <a:rPr lang="en-US" sz="2200" dirty="0"/>
              <a:t> </a:t>
            </a:r>
            <a:r>
              <a:rPr lang="en-US" sz="2200" dirty="0" err="1"/>
              <a:t>chai</a:t>
            </a:r>
            <a:r>
              <a:rPr lang="en-US" sz="2200" dirty="0"/>
              <a:t> </a:t>
            </a:r>
            <a:r>
              <a:rPr lang="en-US" sz="2200" dirty="0" err="1"/>
              <a:t>Lazer</a:t>
            </a:r>
            <a:r>
              <a:rPr lang="en-US" sz="2200" dirty="0"/>
              <a:t>. </a:t>
            </a:r>
            <a:r>
              <a:rPr lang="en-US" sz="2200" dirty="0" err="1"/>
              <a:t>Sản</a:t>
            </a:r>
            <a:r>
              <a:rPr lang="en-US" sz="2200" dirty="0"/>
              <a:t> </a:t>
            </a:r>
            <a:r>
              <a:rPr lang="en-US" sz="2200" dirty="0" err="1"/>
              <a:t>phẩm</a:t>
            </a:r>
            <a:r>
              <a:rPr lang="en-US" sz="2200" dirty="0"/>
              <a:t> </a:t>
            </a:r>
            <a:r>
              <a:rPr lang="en-US" sz="2200" dirty="0" err="1"/>
              <a:t>này</a:t>
            </a:r>
            <a:r>
              <a:rPr lang="en-US" sz="2200" dirty="0"/>
              <a:t> </a:t>
            </a:r>
            <a:r>
              <a:rPr lang="en-US" sz="2200" dirty="0" err="1"/>
              <a:t>tập</a:t>
            </a:r>
            <a:r>
              <a:rPr lang="en-US" sz="2200" dirty="0"/>
              <a:t> </a:t>
            </a:r>
            <a:r>
              <a:rPr lang="en-US" sz="2200" dirty="0" err="1"/>
              <a:t>trung</a:t>
            </a:r>
            <a:r>
              <a:rPr lang="en-US" sz="2200" dirty="0"/>
              <a:t> </a:t>
            </a:r>
            <a:r>
              <a:rPr lang="en-US" sz="2200" dirty="0" err="1"/>
              <a:t>vào</a:t>
            </a:r>
            <a:r>
              <a:rPr lang="en-US" sz="2200" dirty="0"/>
              <a:t> </a:t>
            </a:r>
            <a:r>
              <a:rPr lang="en-US" sz="2200" dirty="0" err="1"/>
              <a:t>một</a:t>
            </a:r>
            <a:r>
              <a:rPr lang="en-US" sz="2200" dirty="0"/>
              <a:t> </a:t>
            </a:r>
            <a:r>
              <a:rPr lang="en-US" sz="2200" dirty="0" err="1"/>
              <a:t>đoạn</a:t>
            </a:r>
            <a:r>
              <a:rPr lang="en-US" sz="2200" dirty="0"/>
              <a:t> </a:t>
            </a:r>
            <a:r>
              <a:rPr lang="en-US" sz="2200" dirty="0" err="1"/>
              <a:t>thị</a:t>
            </a:r>
            <a:r>
              <a:rPr lang="en-US" sz="2200" dirty="0"/>
              <a:t> </a:t>
            </a:r>
            <a:r>
              <a:rPr lang="en-US" sz="2200" dirty="0" err="1"/>
              <a:t>trường</a:t>
            </a:r>
            <a:r>
              <a:rPr lang="en-US" sz="2200" dirty="0"/>
              <a:t> </a:t>
            </a:r>
            <a:r>
              <a:rPr lang="en-US" sz="2200" dirty="0" err="1"/>
              <a:t>riêng</a:t>
            </a:r>
            <a:r>
              <a:rPr lang="en-US" sz="2200" dirty="0"/>
              <a:t>, </a:t>
            </a:r>
            <a:r>
              <a:rPr lang="en-US" sz="2200" dirty="0" err="1"/>
              <a:t>tạo</a:t>
            </a:r>
            <a:r>
              <a:rPr lang="en-US" sz="2200" dirty="0"/>
              <a:t> </a:t>
            </a:r>
            <a:r>
              <a:rPr lang="en-US" sz="2200" dirty="0" err="1"/>
              <a:t>dựng</a:t>
            </a:r>
            <a:r>
              <a:rPr lang="en-US" sz="2200" dirty="0"/>
              <a:t> </a:t>
            </a:r>
            <a:r>
              <a:rPr lang="en-US" sz="2200" dirty="0" err="1"/>
              <a:t>một</a:t>
            </a:r>
            <a:r>
              <a:rPr lang="en-US" sz="2200" dirty="0"/>
              <a:t> </a:t>
            </a:r>
            <a:r>
              <a:rPr lang="en-US" sz="2200" dirty="0" err="1"/>
              <a:t>phong</a:t>
            </a:r>
            <a:r>
              <a:rPr lang="en-US" sz="2200" dirty="0"/>
              <a:t> </a:t>
            </a:r>
            <a:r>
              <a:rPr lang="en-US" sz="2200" dirty="0" err="1"/>
              <a:t>cách</a:t>
            </a:r>
            <a:r>
              <a:rPr lang="en-US" sz="2200" dirty="0"/>
              <a:t> </a:t>
            </a:r>
            <a:r>
              <a:rPr lang="en-US" sz="2200" dirty="0" err="1"/>
              <a:t>uống</a:t>
            </a:r>
            <a:r>
              <a:rPr lang="en-US" sz="2200" dirty="0"/>
              <a:t> </a:t>
            </a:r>
            <a:r>
              <a:rPr lang="en-US" sz="2200" dirty="0" err="1"/>
              <a:t>bia</a:t>
            </a:r>
            <a:r>
              <a:rPr lang="en-US" sz="2200" dirty="0"/>
              <a:t> </a:t>
            </a:r>
            <a:r>
              <a:rPr lang="en-US" sz="2200" dirty="0" err="1"/>
              <a:t>mới</a:t>
            </a:r>
            <a:r>
              <a:rPr lang="en-US" sz="2200" dirty="0"/>
              <a:t> (</a:t>
            </a:r>
            <a:r>
              <a:rPr lang="en-US" sz="2200" dirty="0" err="1"/>
              <a:t>bia</a:t>
            </a:r>
            <a:r>
              <a:rPr lang="en-US" sz="2200" dirty="0"/>
              <a:t> </a:t>
            </a:r>
            <a:r>
              <a:rPr lang="en-US" sz="2200" dirty="0" err="1"/>
              <a:t>tươi</a:t>
            </a:r>
            <a:r>
              <a:rPr lang="en-US" sz="2200" dirty="0"/>
              <a:t> </a:t>
            </a:r>
            <a:r>
              <a:rPr lang="en-US" sz="2200" dirty="0" err="1"/>
              <a:t>đóng</a:t>
            </a:r>
            <a:r>
              <a:rPr lang="en-US" sz="2200" dirty="0"/>
              <a:t> </a:t>
            </a:r>
            <a:r>
              <a:rPr lang="en-US" sz="2200" dirty="0" err="1"/>
              <a:t>chai</a:t>
            </a:r>
            <a:r>
              <a:rPr lang="en-US" sz="2200" dirty="0"/>
              <a:t>) </a:t>
            </a:r>
            <a:r>
              <a:rPr lang="en-US" sz="2200" dirty="0" err="1"/>
              <a:t>với</a:t>
            </a:r>
            <a:r>
              <a:rPr lang="en-US" sz="2200" dirty="0"/>
              <a:t> </a:t>
            </a:r>
            <a:r>
              <a:rPr lang="en-US" sz="2200" dirty="0" err="1"/>
              <a:t>một</a:t>
            </a:r>
            <a:r>
              <a:rPr lang="en-US" sz="2200" dirty="0"/>
              <a:t> </a:t>
            </a:r>
            <a:r>
              <a:rPr lang="en-US" sz="2200" dirty="0" err="1"/>
              <a:t>hình</a:t>
            </a:r>
            <a:r>
              <a:rPr lang="en-US" sz="2200" dirty="0"/>
              <a:t> </a:t>
            </a:r>
            <a:r>
              <a:rPr lang="en-US" sz="2200" dirty="0" err="1"/>
              <a:t>ảnh</a:t>
            </a:r>
            <a:r>
              <a:rPr lang="en-US" sz="2200" dirty="0"/>
              <a:t> </a:t>
            </a:r>
            <a:r>
              <a:rPr lang="en-US" sz="2200" dirty="0" err="1"/>
              <a:t>định</a:t>
            </a:r>
            <a:r>
              <a:rPr lang="en-US" sz="2200" dirty="0"/>
              <a:t> </a:t>
            </a:r>
            <a:r>
              <a:rPr lang="en-US" sz="2200" dirty="0" err="1"/>
              <a:t>vị</a:t>
            </a:r>
            <a:r>
              <a:rPr lang="en-US" sz="2200" dirty="0"/>
              <a:t> </a:t>
            </a:r>
            <a:r>
              <a:rPr lang="en-US" sz="2200" dirty="0" err="1"/>
              <a:t>mới</a:t>
            </a:r>
            <a:r>
              <a:rPr lang="en-US" sz="2200" dirty="0"/>
              <a:t> (</a:t>
            </a:r>
            <a:r>
              <a:rPr lang="en-US" sz="2200" dirty="0" err="1"/>
              <a:t>đàn</a:t>
            </a:r>
            <a:r>
              <a:rPr lang="en-US" sz="2200" dirty="0"/>
              <a:t> </a:t>
            </a:r>
            <a:r>
              <a:rPr lang="en-US" sz="2200" dirty="0" err="1"/>
              <a:t>ông</a:t>
            </a:r>
            <a:r>
              <a:rPr lang="en-US" sz="2200" dirty="0"/>
              <a:t> </a:t>
            </a:r>
            <a:r>
              <a:rPr lang="en-US" sz="2200" dirty="0" err="1"/>
              <a:t>mạnh</a:t>
            </a:r>
            <a:r>
              <a:rPr lang="en-US" sz="2200" dirty="0"/>
              <a:t> </a:t>
            </a:r>
            <a:r>
              <a:rPr lang="en-US" sz="2200" dirty="0" err="1"/>
              <a:t>mẽ</a:t>
            </a:r>
            <a:r>
              <a:rPr lang="en-US" sz="2200" dirty="0"/>
              <a:t>, </a:t>
            </a:r>
            <a:r>
              <a:rPr lang="en-US" sz="2200" dirty="0" err="1"/>
              <a:t>năng</a:t>
            </a:r>
            <a:r>
              <a:rPr lang="en-US" sz="2200" dirty="0"/>
              <a:t> </a:t>
            </a:r>
            <a:r>
              <a:rPr lang="en-US" sz="2200" dirty="0" err="1"/>
              <a:t>động</a:t>
            </a:r>
            <a:r>
              <a:rPr lang="en-US" sz="2200" dirty="0"/>
              <a:t> </a:t>
            </a:r>
            <a:r>
              <a:rPr lang="en-US" sz="2200" dirty="0" err="1"/>
              <a:t>và</a:t>
            </a:r>
            <a:r>
              <a:rPr lang="en-US" sz="2200" dirty="0"/>
              <a:t> sang </a:t>
            </a:r>
            <a:r>
              <a:rPr lang="en-US" sz="2200" dirty="0" err="1"/>
              <a:t>trọng</a:t>
            </a:r>
            <a:r>
              <a:rPr lang="en-US" sz="2200" dirty="0"/>
              <a:t>). </a:t>
            </a:r>
          </a:p>
          <a:p>
            <a:r>
              <a:rPr lang="en-US" sz="2200" dirty="0" err="1"/>
              <a:t>Tuy</a:t>
            </a:r>
            <a:r>
              <a:rPr lang="en-US" sz="2200" dirty="0"/>
              <a:t> </a:t>
            </a:r>
            <a:r>
              <a:rPr lang="en-US" sz="2200" dirty="0" err="1"/>
              <a:t>nhiên</a:t>
            </a:r>
            <a:r>
              <a:rPr lang="en-US" sz="2200" dirty="0"/>
              <a:t>, </a:t>
            </a:r>
            <a:r>
              <a:rPr lang="en-US" sz="2200" dirty="0" err="1"/>
              <a:t>vì</a:t>
            </a:r>
            <a:r>
              <a:rPr lang="en-US" sz="2200" dirty="0"/>
              <a:t> </a:t>
            </a:r>
            <a:r>
              <a:rPr lang="en-US" sz="2200" dirty="0" err="1"/>
              <a:t>nhiều</a:t>
            </a:r>
            <a:r>
              <a:rPr lang="en-US" sz="2200" dirty="0"/>
              <a:t> </a:t>
            </a:r>
            <a:r>
              <a:rPr lang="en-US" sz="2200" dirty="0" err="1"/>
              <a:t>nguyên</a:t>
            </a:r>
            <a:r>
              <a:rPr lang="en-US" sz="2200" dirty="0"/>
              <a:t> </a:t>
            </a:r>
            <a:r>
              <a:rPr lang="en-US" sz="2200" dirty="0" err="1"/>
              <a:t>nhân</a:t>
            </a:r>
            <a:r>
              <a:rPr lang="en-US" sz="2200" dirty="0"/>
              <a:t> </a:t>
            </a:r>
            <a:r>
              <a:rPr lang="en-US" sz="2200" dirty="0" err="1"/>
              <a:t>khác</a:t>
            </a:r>
            <a:r>
              <a:rPr lang="en-US" sz="2200" dirty="0"/>
              <a:t> </a:t>
            </a:r>
            <a:r>
              <a:rPr lang="en-US" sz="2200" dirty="0" err="1"/>
              <a:t>nhau</a:t>
            </a:r>
            <a:r>
              <a:rPr lang="en-US" sz="2200" dirty="0"/>
              <a:t>, </a:t>
            </a:r>
            <a:r>
              <a:rPr lang="en-US" sz="2200" dirty="0" err="1"/>
              <a:t>sản</a:t>
            </a:r>
            <a:r>
              <a:rPr lang="en-US" sz="2200" dirty="0"/>
              <a:t> </a:t>
            </a:r>
            <a:r>
              <a:rPr lang="en-US" sz="2200" dirty="0" err="1"/>
              <a:t>phẩm</a:t>
            </a:r>
            <a:r>
              <a:rPr lang="en-US" sz="2200" dirty="0"/>
              <a:t> </a:t>
            </a:r>
            <a:r>
              <a:rPr lang="en-US" sz="2200" dirty="0" err="1"/>
              <a:t>này</a:t>
            </a:r>
            <a:r>
              <a:rPr lang="en-US" sz="2200" dirty="0"/>
              <a:t> </a:t>
            </a:r>
            <a:r>
              <a:rPr lang="en-US" sz="2200" dirty="0" err="1"/>
              <a:t>không</a:t>
            </a:r>
            <a:r>
              <a:rPr lang="en-US" sz="2200" dirty="0"/>
              <a:t> </a:t>
            </a:r>
            <a:r>
              <a:rPr lang="en-US" sz="2200" dirty="0" err="1"/>
              <a:t>thành</a:t>
            </a:r>
            <a:r>
              <a:rPr lang="en-US" sz="2200" dirty="0"/>
              <a:t> </a:t>
            </a:r>
            <a:r>
              <a:rPr lang="en-US" sz="2200" dirty="0" err="1"/>
              <a:t>công</a:t>
            </a:r>
            <a:r>
              <a:rPr lang="en-US" sz="2200" dirty="0"/>
              <a:t>.</a:t>
            </a:r>
          </a:p>
          <a:p>
            <a:r>
              <a:rPr lang="en-US" sz="2200" dirty="0" err="1"/>
              <a:t>Câu</a:t>
            </a:r>
            <a:r>
              <a:rPr lang="en-US" sz="2200" dirty="0"/>
              <a:t> </a:t>
            </a:r>
            <a:r>
              <a:rPr lang="en-US" sz="2200" dirty="0" err="1"/>
              <a:t>hỏi</a:t>
            </a:r>
            <a:r>
              <a:rPr lang="en-US" sz="2200" dirty="0"/>
              <a:t>   </a:t>
            </a:r>
          </a:p>
          <a:p>
            <a:r>
              <a:rPr lang="en-US" sz="2200" dirty="0"/>
              <a:t>•  </a:t>
            </a:r>
            <a:r>
              <a:rPr lang="en-US" sz="2200" dirty="0" err="1"/>
              <a:t>Phân</a:t>
            </a:r>
            <a:r>
              <a:rPr lang="en-US" sz="2200" dirty="0"/>
              <a:t> </a:t>
            </a:r>
            <a:r>
              <a:rPr lang="en-US" sz="2200" dirty="0" err="1"/>
              <a:t>tích</a:t>
            </a:r>
            <a:r>
              <a:rPr lang="en-US" sz="2200" dirty="0"/>
              <a:t> </a:t>
            </a:r>
            <a:r>
              <a:rPr lang="en-US" sz="2200" dirty="0" err="1"/>
              <a:t>các</a:t>
            </a:r>
            <a:r>
              <a:rPr lang="en-US" sz="2200" dirty="0"/>
              <a:t> </a:t>
            </a:r>
            <a:r>
              <a:rPr lang="en-US" sz="2200" dirty="0" err="1"/>
              <a:t>đoạn</a:t>
            </a:r>
            <a:r>
              <a:rPr lang="en-US" sz="2200" dirty="0"/>
              <a:t> </a:t>
            </a:r>
            <a:r>
              <a:rPr lang="en-US" sz="2200" dirty="0" err="1"/>
              <a:t>thị</a:t>
            </a:r>
            <a:r>
              <a:rPr lang="en-US" sz="2200" dirty="0"/>
              <a:t> </a:t>
            </a:r>
            <a:r>
              <a:rPr lang="en-US" sz="2200" dirty="0" err="1"/>
              <a:t>trường</a:t>
            </a:r>
            <a:r>
              <a:rPr lang="en-US" sz="2200" dirty="0"/>
              <a:t> </a:t>
            </a:r>
            <a:r>
              <a:rPr lang="en-US" sz="2200" dirty="0" err="1"/>
              <a:t>bia</a:t>
            </a:r>
            <a:r>
              <a:rPr lang="en-US" sz="2200" dirty="0"/>
              <a:t> </a:t>
            </a:r>
            <a:r>
              <a:rPr lang="en-US" sz="2200" dirty="0" err="1"/>
              <a:t>chai</a:t>
            </a:r>
            <a:r>
              <a:rPr lang="en-US" sz="2200" dirty="0"/>
              <a:t>, </a:t>
            </a:r>
            <a:r>
              <a:rPr lang="en-US" sz="2200" dirty="0" err="1"/>
              <a:t>bia</a:t>
            </a:r>
            <a:r>
              <a:rPr lang="en-US" sz="2200" dirty="0"/>
              <a:t> </a:t>
            </a:r>
            <a:r>
              <a:rPr lang="en-US" sz="2200" dirty="0" err="1"/>
              <a:t>lon</a:t>
            </a:r>
            <a:r>
              <a:rPr lang="en-US" sz="2200" dirty="0"/>
              <a:t> </a:t>
            </a:r>
            <a:r>
              <a:rPr lang="en-US" sz="2200" dirty="0" err="1"/>
              <a:t>tại</a:t>
            </a:r>
            <a:r>
              <a:rPr lang="en-US" sz="2200" dirty="0"/>
              <a:t> </a:t>
            </a:r>
            <a:r>
              <a:rPr lang="en-US" sz="2200" dirty="0" err="1"/>
              <a:t>Việt</a:t>
            </a:r>
            <a:r>
              <a:rPr lang="en-US" sz="2200" dirty="0"/>
              <a:t> Nam? </a:t>
            </a:r>
          </a:p>
          <a:p>
            <a:r>
              <a:rPr lang="en-US" sz="2200" dirty="0"/>
              <a:t>•  </a:t>
            </a:r>
            <a:r>
              <a:rPr lang="en-US" sz="2200" dirty="0" err="1"/>
              <a:t>Nếu</a:t>
            </a:r>
            <a:r>
              <a:rPr lang="en-US" sz="2200" dirty="0"/>
              <a:t> </a:t>
            </a:r>
            <a:r>
              <a:rPr lang="en-US" sz="2200" dirty="0" err="1"/>
              <a:t>là</a:t>
            </a:r>
            <a:r>
              <a:rPr lang="en-US" sz="2200" dirty="0"/>
              <a:t> </a:t>
            </a:r>
            <a:r>
              <a:rPr lang="en-US" sz="2200" dirty="0" err="1"/>
              <a:t>một</a:t>
            </a:r>
            <a:r>
              <a:rPr lang="en-US" sz="2200" dirty="0"/>
              <a:t> </a:t>
            </a:r>
            <a:r>
              <a:rPr lang="en-US" sz="2200" dirty="0" err="1"/>
              <a:t>nhà</a:t>
            </a:r>
            <a:r>
              <a:rPr lang="en-US" sz="2200" dirty="0"/>
              <a:t> </a:t>
            </a:r>
            <a:r>
              <a:rPr lang="en-US" sz="2200" dirty="0" err="1"/>
              <a:t>quản</a:t>
            </a:r>
            <a:r>
              <a:rPr lang="en-US" sz="2200" dirty="0"/>
              <a:t> </a:t>
            </a:r>
            <a:r>
              <a:rPr lang="en-US" sz="2200" dirty="0" err="1"/>
              <a:t>lý</a:t>
            </a:r>
            <a:r>
              <a:rPr lang="en-US" sz="2200" dirty="0"/>
              <a:t> marketing </a:t>
            </a:r>
            <a:r>
              <a:rPr lang="en-US" sz="2200" dirty="0" err="1"/>
              <a:t>của</a:t>
            </a:r>
            <a:r>
              <a:rPr lang="en-US" sz="2200" dirty="0"/>
              <a:t> </a:t>
            </a:r>
            <a:r>
              <a:rPr lang="en-US" sz="2200" dirty="0" err="1"/>
              <a:t>thương</a:t>
            </a:r>
            <a:r>
              <a:rPr lang="en-US" sz="2200" dirty="0"/>
              <a:t> </a:t>
            </a:r>
            <a:r>
              <a:rPr lang="en-US" sz="2200" dirty="0" err="1"/>
              <a:t>hiệu</a:t>
            </a:r>
            <a:r>
              <a:rPr lang="en-US" sz="2200" dirty="0"/>
              <a:t> </a:t>
            </a:r>
            <a:r>
              <a:rPr lang="en-US" sz="2200" dirty="0" err="1"/>
              <a:t>bia</a:t>
            </a:r>
            <a:r>
              <a:rPr lang="en-US" sz="2200" dirty="0"/>
              <a:t> </a:t>
            </a:r>
            <a:r>
              <a:rPr lang="en-US" sz="2200" dirty="0" err="1"/>
              <a:t>Lazer</a:t>
            </a:r>
            <a:r>
              <a:rPr lang="en-US" sz="2200" dirty="0"/>
              <a:t> </a:t>
            </a:r>
            <a:r>
              <a:rPr lang="en-US" sz="2200" dirty="0" err="1"/>
              <a:t>bạn</a:t>
            </a:r>
            <a:r>
              <a:rPr lang="en-US" sz="2200" dirty="0"/>
              <a:t> </a:t>
            </a:r>
            <a:r>
              <a:rPr lang="en-US" sz="2200" dirty="0" err="1"/>
              <a:t>có</a:t>
            </a:r>
            <a:r>
              <a:rPr lang="en-US" sz="2200" dirty="0"/>
              <a:t> ý </a:t>
            </a:r>
            <a:r>
              <a:rPr lang="en-US" sz="2200" dirty="0" err="1"/>
              <a:t>tưởng</a:t>
            </a:r>
            <a:r>
              <a:rPr lang="en-US" sz="2200" dirty="0"/>
              <a:t> </a:t>
            </a:r>
            <a:r>
              <a:rPr lang="en-US" sz="2200" dirty="0" err="1"/>
              <a:t>gì</a:t>
            </a:r>
            <a:r>
              <a:rPr lang="en-US" sz="2200" dirty="0"/>
              <a:t> cho </a:t>
            </a:r>
            <a:r>
              <a:rPr lang="en-US" sz="2200" dirty="0" err="1"/>
              <a:t>chiến</a:t>
            </a:r>
            <a:r>
              <a:rPr lang="en-US" sz="2200" dirty="0"/>
              <a:t> </a:t>
            </a:r>
            <a:r>
              <a:rPr lang="en-US" sz="2200" dirty="0" err="1"/>
              <a:t>lược</a:t>
            </a:r>
            <a:r>
              <a:rPr lang="en-US" sz="2200" dirty="0"/>
              <a:t> </a:t>
            </a:r>
            <a:r>
              <a:rPr lang="en-US" sz="2200" dirty="0" err="1"/>
              <a:t>lựa</a:t>
            </a:r>
            <a:r>
              <a:rPr lang="en-US" sz="2200" dirty="0"/>
              <a:t> </a:t>
            </a:r>
            <a:r>
              <a:rPr lang="en-US" sz="2200" dirty="0" err="1"/>
              <a:t>chọn</a:t>
            </a:r>
            <a:r>
              <a:rPr lang="en-US" sz="2200" dirty="0"/>
              <a:t> </a:t>
            </a:r>
            <a:r>
              <a:rPr lang="en-US" sz="2200" dirty="0" err="1"/>
              <a:t>thị</a:t>
            </a:r>
            <a:r>
              <a:rPr lang="en-US" sz="2200" dirty="0"/>
              <a:t> </a:t>
            </a:r>
            <a:r>
              <a:rPr lang="en-US" sz="2200" dirty="0" err="1"/>
              <a:t>trường</a:t>
            </a:r>
            <a:r>
              <a:rPr lang="en-US" sz="2200" dirty="0"/>
              <a:t> </a:t>
            </a:r>
            <a:r>
              <a:rPr lang="en-US" sz="2200" dirty="0" err="1"/>
              <a:t>mục</a:t>
            </a:r>
            <a:r>
              <a:rPr lang="en-US" sz="2200" dirty="0"/>
              <a:t> </a:t>
            </a:r>
            <a:r>
              <a:rPr lang="en-US" sz="2200" dirty="0" err="1"/>
              <a:t>tiêu</a:t>
            </a:r>
            <a:r>
              <a:rPr lang="en-US" sz="2200" dirty="0"/>
              <a:t> </a:t>
            </a:r>
            <a:r>
              <a:rPr lang="en-US" sz="2200" dirty="0" err="1"/>
              <a:t>và</a:t>
            </a:r>
            <a:r>
              <a:rPr lang="en-US" sz="2200" dirty="0"/>
              <a:t> </a:t>
            </a:r>
            <a:r>
              <a:rPr lang="en-US" sz="2200" dirty="0" err="1"/>
              <a:t>định</a:t>
            </a:r>
            <a:r>
              <a:rPr lang="en-US" sz="2200" dirty="0"/>
              <a:t> </a:t>
            </a:r>
            <a:r>
              <a:rPr lang="en-US" sz="2200" dirty="0" err="1"/>
              <a:t>vị</a:t>
            </a:r>
            <a:r>
              <a:rPr lang="en-US" sz="2200" dirty="0"/>
              <a:t> </a:t>
            </a:r>
            <a:r>
              <a:rPr lang="en-US" sz="2200" dirty="0" err="1"/>
              <a:t>của</a:t>
            </a:r>
            <a:r>
              <a:rPr lang="en-US" sz="2200" dirty="0"/>
              <a:t> </a:t>
            </a:r>
            <a:r>
              <a:rPr lang="en-US" sz="2200" dirty="0" err="1"/>
              <a:t>nhãn</a:t>
            </a:r>
            <a:r>
              <a:rPr lang="en-US" sz="2200" dirty="0"/>
              <a:t> </a:t>
            </a:r>
            <a:r>
              <a:rPr lang="en-US" sz="2200" dirty="0" err="1"/>
              <a:t>hiệu</a:t>
            </a:r>
            <a:r>
              <a:rPr lang="en-US" sz="2200" dirty="0"/>
              <a:t> </a:t>
            </a:r>
            <a:r>
              <a:rPr lang="en-US" sz="2200" dirty="0" err="1"/>
              <a:t>này</a:t>
            </a:r>
            <a:r>
              <a:rPr lang="en-US" sz="2200" dirty="0"/>
              <a:t>?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1676</TotalTime>
  <Words>2167</Words>
  <Application>Microsoft Office PowerPoint</Application>
  <PresentationFormat>On-screen Show (4:3)</PresentationFormat>
  <Paragraphs>232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3" baseType="lpstr">
      <vt:lpstr>Arial</vt:lpstr>
      <vt:lpstr>Arial</vt:lpstr>
      <vt:lpstr>Tahoma</vt:lpstr>
      <vt:lpstr>Times New Roman</vt:lpstr>
      <vt:lpstr>Trebuchet MS</vt:lpstr>
      <vt:lpstr>Wingdings</vt:lpstr>
      <vt:lpstr>Wingdings 3</vt:lpstr>
      <vt:lpstr>Facet</vt:lpstr>
      <vt:lpstr>PowerPoint Presentation</vt:lpstr>
      <vt:lpstr>PowerPoint Presentation</vt:lpstr>
      <vt:lpstr>NỘI DUNG</vt:lpstr>
      <vt:lpstr>3.1. Đo lường và dự báo nhu cầu thị trường       </vt:lpstr>
      <vt:lpstr>3.1. Đo lường và dự báo nhu cầu thị trường       </vt:lpstr>
      <vt:lpstr>Quy mô thị trường lớn hay nhỏ?</vt:lpstr>
      <vt:lpstr>- Đo lường nhu cầu thị trường hiện tại. </vt:lpstr>
      <vt:lpstr>- Dự báo nhu cầu. </vt:lpstr>
      <vt:lpstr>3.2 PHÂN ĐOẠN THỊ TRƯỜNG</vt:lpstr>
      <vt:lpstr>3 cách tiếp cận thị trường</vt:lpstr>
      <vt:lpstr>-Phân đoạn thị trường</vt:lpstr>
      <vt:lpstr>- Các tiêu thức và phương pháp phân đoạn thị trường.</vt:lpstr>
      <vt:lpstr>Mô tả phân đoạn thị trường</vt:lpstr>
      <vt:lpstr>Phân đoạn thị trường theo tư liệu sản xuất</vt:lpstr>
      <vt:lpstr>- Những yêu cầu đối với phân đoạn thị trường hiệu quả</vt:lpstr>
      <vt:lpstr>3.3. LỰA CHỌN THỊ TRƯỜNG MỤC TIÊU </vt:lpstr>
      <vt:lpstr>Đánh giá mức độ hấp dẫn của đoạn thị trường</vt:lpstr>
      <vt:lpstr>Nhận diện và khác biệt</vt:lpstr>
      <vt:lpstr>Bền vững</vt:lpstr>
      <vt:lpstr>Tiếp cận được</vt:lpstr>
      <vt:lpstr>Phản hồi tích cực</vt:lpstr>
      <vt:lpstr>Khả năng sinh lời</vt:lpstr>
      <vt:lpstr>Mô hình 5 lực lượng cạnh tranh</vt:lpstr>
      <vt:lpstr>3.3.2 Lựa chọn thị trường mục tiêu</vt:lpstr>
      <vt:lpstr> 3.3.2.1 Tập trung vào một phân đoạn  thị trường</vt:lpstr>
      <vt:lpstr>PowerPoint Presentation</vt:lpstr>
      <vt:lpstr>  3.3.2.2 Chuyên môn hóa có chọn lọc </vt:lpstr>
      <vt:lpstr>PowerPoint Presentation</vt:lpstr>
      <vt:lpstr>3.3.2.3 Chuyên môn hóa thị trường</vt:lpstr>
      <vt:lpstr>PowerPoint Presentation</vt:lpstr>
      <vt:lpstr>3.3.2.4 Chuyên môn hóa sản phẩm</vt:lpstr>
      <vt:lpstr>PowerPoint Presentation</vt:lpstr>
      <vt:lpstr>3.3.2.5 Phục vụ toàn bộ thị trường</vt:lpstr>
      <vt:lpstr> 3.4 ĐỊNH VỊ TRÍ SẢN PHẨM TRONG THỊ TRƯỜNG  </vt:lpstr>
      <vt:lpstr>Lý do cần phải định vị?</vt:lpstr>
      <vt:lpstr>4 cách suy nghĩ để tạo ra những đặc điểm khác biệt </vt:lpstr>
      <vt:lpstr>Tạo đặc điểm khác biệt cho sản phẩm </vt:lpstr>
      <vt:lpstr>Đặc điểm nhận dạng và hình ảnh </vt:lpstr>
      <vt:lpstr>Câu Slogan</vt:lpstr>
      <vt:lpstr>Thương hiệu</vt:lpstr>
      <vt:lpstr>Tạo đặc điểm khác biệt cho dịch vụ</vt:lpstr>
      <vt:lpstr>Tạo đặc điểm khác biệt về nhân sự</vt:lpstr>
      <vt:lpstr>Tạo đặc điểm khác biệt về hình ảnh</vt:lpstr>
      <vt:lpstr>3.4.2 Xây dựng chiến lược định vị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Hien Chuyen</cp:lastModifiedBy>
  <cp:revision>85</cp:revision>
  <dcterms:created xsi:type="dcterms:W3CDTF">2013-02-23T02:27:19Z</dcterms:created>
  <dcterms:modified xsi:type="dcterms:W3CDTF">2021-11-27T12:54:24Z</dcterms:modified>
</cp:coreProperties>
</file>